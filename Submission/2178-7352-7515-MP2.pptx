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65"/>
  </p:notesMasterIdLst>
  <p:sldIdLst>
    <p:sldId id="256" r:id="rId2"/>
    <p:sldId id="376" r:id="rId3"/>
    <p:sldId id="257" r:id="rId4"/>
    <p:sldId id="360" r:id="rId5"/>
    <p:sldId id="378" r:id="rId6"/>
    <p:sldId id="379" r:id="rId7"/>
    <p:sldId id="381" r:id="rId8"/>
    <p:sldId id="383" r:id="rId9"/>
    <p:sldId id="388" r:id="rId10"/>
    <p:sldId id="389" r:id="rId11"/>
    <p:sldId id="385" r:id="rId12"/>
    <p:sldId id="387" r:id="rId13"/>
    <p:sldId id="386" r:id="rId14"/>
    <p:sldId id="384" r:id="rId15"/>
    <p:sldId id="390" r:id="rId16"/>
    <p:sldId id="391" r:id="rId17"/>
    <p:sldId id="393" r:id="rId18"/>
    <p:sldId id="394" r:id="rId19"/>
    <p:sldId id="392" r:id="rId20"/>
    <p:sldId id="395" r:id="rId21"/>
    <p:sldId id="397" r:id="rId22"/>
    <p:sldId id="415" r:id="rId23"/>
    <p:sldId id="398" r:id="rId24"/>
    <p:sldId id="399" r:id="rId25"/>
    <p:sldId id="401" r:id="rId26"/>
    <p:sldId id="406" r:id="rId27"/>
    <p:sldId id="407" r:id="rId28"/>
    <p:sldId id="408" r:id="rId29"/>
    <p:sldId id="409" r:id="rId30"/>
    <p:sldId id="410" r:id="rId31"/>
    <p:sldId id="411" r:id="rId32"/>
    <p:sldId id="405" r:id="rId33"/>
    <p:sldId id="416" r:id="rId34"/>
    <p:sldId id="417" r:id="rId35"/>
    <p:sldId id="436" r:id="rId36"/>
    <p:sldId id="435" r:id="rId37"/>
    <p:sldId id="419" r:id="rId38"/>
    <p:sldId id="420" r:id="rId39"/>
    <p:sldId id="421" r:id="rId40"/>
    <p:sldId id="423" r:id="rId41"/>
    <p:sldId id="424" r:id="rId42"/>
    <p:sldId id="425" r:id="rId43"/>
    <p:sldId id="437" r:id="rId44"/>
    <p:sldId id="438" r:id="rId45"/>
    <p:sldId id="439" r:id="rId46"/>
    <p:sldId id="440" r:id="rId47"/>
    <p:sldId id="441" r:id="rId48"/>
    <p:sldId id="442" r:id="rId49"/>
    <p:sldId id="443" r:id="rId50"/>
    <p:sldId id="444" r:id="rId51"/>
    <p:sldId id="434" r:id="rId52"/>
    <p:sldId id="446" r:id="rId53"/>
    <p:sldId id="445" r:id="rId54"/>
    <p:sldId id="447" r:id="rId55"/>
    <p:sldId id="448" r:id="rId56"/>
    <p:sldId id="449" r:id="rId57"/>
    <p:sldId id="451" r:id="rId58"/>
    <p:sldId id="452" r:id="rId59"/>
    <p:sldId id="453" r:id="rId60"/>
    <p:sldId id="454" r:id="rId61"/>
    <p:sldId id="455" r:id="rId62"/>
    <p:sldId id="355" r:id="rId63"/>
    <p:sldId id="371" r:id="rId64"/>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612D55-CB39-851F-EC59-837409863D7F}" name="ניב קופולוביץ" initials="נק" userId="ניב קופולוביץ"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47E835-BBCB-40A8-833C-CD344E18650E}" v="6" dt="2024-04-24T12:05:32.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5033" autoAdjust="0"/>
  </p:normalViewPr>
  <p:slideViewPr>
    <p:cSldViewPr snapToGrid="0">
      <p:cViewPr varScale="1">
        <p:scale>
          <a:sx n="78" d="100"/>
          <a:sy n="78" d="100"/>
        </p:scale>
        <p:origin x="1008" y="72"/>
      </p:cViewPr>
      <p:guideLst/>
    </p:cSldViewPr>
  </p:slideViewPr>
  <p:outlineViewPr>
    <p:cViewPr>
      <p:scale>
        <a:sx n="33" d="100"/>
        <a:sy n="33" d="100"/>
      </p:scale>
      <p:origin x="0" y="-542"/>
    </p:cViewPr>
    <p:sldLst>
      <p:sld r:id="rId1" collapse="1"/>
    </p:sldLst>
  </p:outlineViewPr>
  <p:notesTextViewPr>
    <p:cViewPr>
      <p:scale>
        <a:sx n="1" d="1"/>
        <a:sy n="1" d="1"/>
      </p:scale>
      <p:origin x="0" y="0"/>
    </p:cViewPr>
  </p:notesTextViewPr>
  <p:sorterViewPr>
    <p:cViewPr>
      <p:scale>
        <a:sx n="100" d="100"/>
        <a:sy n="100" d="100"/>
      </p:scale>
      <p:origin x="0" y="-105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דני פורטנוב" userId="1287e100-4c28-41b8-ab5c-83423f9e8644" providerId="ADAL" clId="{E114526E-1E51-4F49-9004-6C5057015E0F}"/>
    <pc:docChg chg="undo custSel addSld delSld modSld">
      <pc:chgData name="דני פורטנוב" userId="1287e100-4c28-41b8-ab5c-83423f9e8644" providerId="ADAL" clId="{E114526E-1E51-4F49-9004-6C5057015E0F}" dt="2024-03-09T11:40:03.470" v="3340" actId="47"/>
      <pc:docMkLst>
        <pc:docMk/>
      </pc:docMkLst>
      <pc:sldChg chg="modSp mod">
        <pc:chgData name="דני פורטנוב" userId="1287e100-4c28-41b8-ab5c-83423f9e8644" providerId="ADAL" clId="{E114526E-1E51-4F49-9004-6C5057015E0F}" dt="2024-03-09T09:26:02.092" v="0"/>
        <pc:sldMkLst>
          <pc:docMk/>
          <pc:sldMk cId="404657219" sldId="256"/>
        </pc:sldMkLst>
        <pc:spChg chg="mod">
          <ac:chgData name="דני פורטנוב" userId="1287e100-4c28-41b8-ab5c-83423f9e8644" providerId="ADAL" clId="{E114526E-1E51-4F49-9004-6C5057015E0F}" dt="2024-03-09T09:26:02.092" v="0"/>
          <ac:spMkLst>
            <pc:docMk/>
            <pc:sldMk cId="404657219" sldId="256"/>
            <ac:spMk id="2" creationId="{3C920A02-F846-7333-4DE0-F21227F3E377}"/>
          </ac:spMkLst>
        </pc:spChg>
      </pc:sldChg>
      <pc:sldChg chg="del">
        <pc:chgData name="דני פורטנוב" userId="1287e100-4c28-41b8-ab5c-83423f9e8644" providerId="ADAL" clId="{E114526E-1E51-4F49-9004-6C5057015E0F}" dt="2024-03-09T11:40:03.470" v="3340" actId="47"/>
        <pc:sldMkLst>
          <pc:docMk/>
          <pc:sldMk cId="2156815271" sldId="309"/>
        </pc:sldMkLst>
      </pc:sldChg>
      <pc:sldChg chg="addSp delSp modSp mod">
        <pc:chgData name="דני פורטנוב" userId="1287e100-4c28-41b8-ab5c-83423f9e8644" providerId="ADAL" clId="{E114526E-1E51-4F49-9004-6C5057015E0F}" dt="2024-03-09T10:56:44.043" v="1081" actId="20577"/>
        <pc:sldMkLst>
          <pc:docMk/>
          <pc:sldMk cId="2033148651" sldId="328"/>
        </pc:sldMkLst>
        <pc:spChg chg="mod">
          <ac:chgData name="דני פורטנוב" userId="1287e100-4c28-41b8-ab5c-83423f9e8644" providerId="ADAL" clId="{E114526E-1E51-4F49-9004-6C5057015E0F}" dt="2024-03-09T09:52:07.149" v="131" actId="20577"/>
          <ac:spMkLst>
            <pc:docMk/>
            <pc:sldMk cId="2033148651" sldId="328"/>
            <ac:spMk id="2" creationId="{98240285-86BF-58F2-AFBC-91BC2DFB351B}"/>
          </ac:spMkLst>
        </pc:spChg>
        <pc:spChg chg="add del mod">
          <ac:chgData name="דני פורטנוב" userId="1287e100-4c28-41b8-ab5c-83423f9e8644" providerId="ADAL" clId="{E114526E-1E51-4F49-9004-6C5057015E0F}" dt="2024-03-09T09:26:30.295" v="7" actId="478"/>
          <ac:spMkLst>
            <pc:docMk/>
            <pc:sldMk cId="2033148651" sldId="328"/>
            <ac:spMk id="4" creationId="{A643D379-898B-E692-801C-4F450DA79329}"/>
          </ac:spMkLst>
        </pc:spChg>
        <pc:spChg chg="mod">
          <ac:chgData name="דני פורטנוב" userId="1287e100-4c28-41b8-ab5c-83423f9e8644" providerId="ADAL" clId="{E114526E-1E51-4F49-9004-6C5057015E0F}" dt="2024-03-09T09:59:38.403" v="864" actId="1076"/>
          <ac:spMkLst>
            <pc:docMk/>
            <pc:sldMk cId="2033148651" sldId="328"/>
            <ac:spMk id="5" creationId="{89A865EE-3620-A379-1EB9-D83434242F96}"/>
          </ac:spMkLst>
        </pc:spChg>
        <pc:spChg chg="del mod">
          <ac:chgData name="דני פורטנוב" userId="1287e100-4c28-41b8-ab5c-83423f9e8644" providerId="ADAL" clId="{E114526E-1E51-4F49-9004-6C5057015E0F}" dt="2024-03-09T09:28:25.908" v="24" actId="478"/>
          <ac:spMkLst>
            <pc:docMk/>
            <pc:sldMk cId="2033148651" sldId="328"/>
            <ac:spMk id="8" creationId="{F5877312-5AED-0EA3-8493-C26395CF2D9B}"/>
          </ac:spMkLst>
        </pc:spChg>
        <pc:spChg chg="mod">
          <ac:chgData name="דני פורטנוב" userId="1287e100-4c28-41b8-ab5c-83423f9e8644" providerId="ADAL" clId="{E114526E-1E51-4F49-9004-6C5057015E0F}" dt="2024-03-09T10:56:44.043" v="1081" actId="20577"/>
          <ac:spMkLst>
            <pc:docMk/>
            <pc:sldMk cId="2033148651" sldId="328"/>
            <ac:spMk id="12" creationId="{97E42D0B-B01D-1CDF-BF7A-5B5A8B40AE55}"/>
          </ac:spMkLst>
        </pc:spChg>
        <pc:picChg chg="add del">
          <ac:chgData name="דני פורטנוב" userId="1287e100-4c28-41b8-ab5c-83423f9e8644" providerId="ADAL" clId="{E114526E-1E51-4F49-9004-6C5057015E0F}" dt="2024-03-09T09:27:43.580" v="16" actId="478"/>
          <ac:picMkLst>
            <pc:docMk/>
            <pc:sldMk cId="2033148651" sldId="328"/>
            <ac:picMk id="7" creationId="{C86ACCCB-70B3-20F2-1683-E5335A0B35DD}"/>
          </ac:picMkLst>
        </pc:picChg>
        <pc:picChg chg="add del mod modCrop">
          <ac:chgData name="דני פורטנוב" userId="1287e100-4c28-41b8-ab5c-83423f9e8644" providerId="ADAL" clId="{E114526E-1E51-4F49-9004-6C5057015E0F}" dt="2024-03-09T09:49:57.994" v="99" actId="478"/>
          <ac:picMkLst>
            <pc:docMk/>
            <pc:sldMk cId="2033148651" sldId="328"/>
            <ac:picMk id="10" creationId="{85C7DFA6-0E71-DC67-384A-CA676A1BD005}"/>
          </ac:picMkLst>
        </pc:picChg>
        <pc:picChg chg="add del mod">
          <ac:chgData name="דני פורטנוב" userId="1287e100-4c28-41b8-ab5c-83423f9e8644" providerId="ADAL" clId="{E114526E-1E51-4F49-9004-6C5057015E0F}" dt="2024-03-09T09:50:58.418" v="115" actId="478"/>
          <ac:picMkLst>
            <pc:docMk/>
            <pc:sldMk cId="2033148651" sldId="328"/>
            <ac:picMk id="13" creationId="{462E6C26-60A6-AAD1-2440-29EDF1D2B2C0}"/>
          </ac:picMkLst>
        </pc:picChg>
        <pc:picChg chg="add del mod">
          <ac:chgData name="דני פורטנוב" userId="1287e100-4c28-41b8-ab5c-83423f9e8644" providerId="ADAL" clId="{E114526E-1E51-4F49-9004-6C5057015E0F}" dt="2024-03-09T09:51:40.873" v="126" actId="478"/>
          <ac:picMkLst>
            <pc:docMk/>
            <pc:sldMk cId="2033148651" sldId="328"/>
            <ac:picMk id="15" creationId="{E78F66EB-EC2C-C67B-1103-7DDB050BB06C}"/>
          </ac:picMkLst>
        </pc:picChg>
        <pc:picChg chg="add mod">
          <ac:chgData name="דני פורטנוב" userId="1287e100-4c28-41b8-ab5c-83423f9e8644" providerId="ADAL" clId="{E114526E-1E51-4F49-9004-6C5057015E0F}" dt="2024-03-09T09:59:39.522" v="865" actId="1076"/>
          <ac:picMkLst>
            <pc:docMk/>
            <pc:sldMk cId="2033148651" sldId="328"/>
            <ac:picMk id="17" creationId="{5A646D1A-7027-9570-C2A2-AA4996FD1F15}"/>
          </ac:picMkLst>
        </pc:picChg>
        <pc:picChg chg="del mod">
          <ac:chgData name="דני פורטנוב" userId="1287e100-4c28-41b8-ab5c-83423f9e8644" providerId="ADAL" clId="{E114526E-1E51-4F49-9004-6C5057015E0F}" dt="2024-03-09T09:26:28.355" v="6" actId="478"/>
          <ac:picMkLst>
            <pc:docMk/>
            <pc:sldMk cId="2033148651" sldId="328"/>
            <ac:picMk id="20" creationId="{B2A8CCFE-40AD-A59B-0453-35BA6F6DDF59}"/>
          </ac:picMkLst>
        </pc:picChg>
        <pc:picChg chg="del mod">
          <ac:chgData name="דני פורטנוב" userId="1287e100-4c28-41b8-ab5c-83423f9e8644" providerId="ADAL" clId="{E114526E-1E51-4F49-9004-6C5057015E0F}" dt="2024-03-09T09:28:24.989" v="23" actId="478"/>
          <ac:picMkLst>
            <pc:docMk/>
            <pc:sldMk cId="2033148651" sldId="328"/>
            <ac:picMk id="22" creationId="{025255E2-6AB7-3B00-52F5-4CB2F0213C41}"/>
          </ac:picMkLst>
        </pc:picChg>
      </pc:sldChg>
      <pc:sldChg chg="del">
        <pc:chgData name="דני פורטנוב" userId="1287e100-4c28-41b8-ab5c-83423f9e8644" providerId="ADAL" clId="{E114526E-1E51-4F49-9004-6C5057015E0F}" dt="2024-03-09T11:39:58.489" v="3331" actId="47"/>
        <pc:sldMkLst>
          <pc:docMk/>
          <pc:sldMk cId="1195160525" sldId="331"/>
        </pc:sldMkLst>
      </pc:sldChg>
      <pc:sldChg chg="del">
        <pc:chgData name="דני פורטנוב" userId="1287e100-4c28-41b8-ab5c-83423f9e8644" providerId="ADAL" clId="{E114526E-1E51-4F49-9004-6C5057015E0F}" dt="2024-03-09T11:39:59.256" v="3332" actId="47"/>
        <pc:sldMkLst>
          <pc:docMk/>
          <pc:sldMk cId="1888995047" sldId="332"/>
        </pc:sldMkLst>
      </pc:sldChg>
      <pc:sldChg chg="del">
        <pc:chgData name="דני פורטנוב" userId="1287e100-4c28-41b8-ab5c-83423f9e8644" providerId="ADAL" clId="{E114526E-1E51-4F49-9004-6C5057015E0F}" dt="2024-03-09T11:39:59.788" v="3333" actId="47"/>
        <pc:sldMkLst>
          <pc:docMk/>
          <pc:sldMk cId="1696533623" sldId="333"/>
        </pc:sldMkLst>
      </pc:sldChg>
      <pc:sldChg chg="del">
        <pc:chgData name="דני פורטנוב" userId="1287e100-4c28-41b8-ab5c-83423f9e8644" providerId="ADAL" clId="{E114526E-1E51-4F49-9004-6C5057015E0F}" dt="2024-03-09T11:40:00.306" v="3334" actId="47"/>
        <pc:sldMkLst>
          <pc:docMk/>
          <pc:sldMk cId="552460947" sldId="334"/>
        </pc:sldMkLst>
      </pc:sldChg>
      <pc:sldChg chg="del">
        <pc:chgData name="דני פורטנוב" userId="1287e100-4c28-41b8-ab5c-83423f9e8644" providerId="ADAL" clId="{E114526E-1E51-4F49-9004-6C5057015E0F}" dt="2024-03-09T11:39:57.566" v="3330" actId="47"/>
        <pc:sldMkLst>
          <pc:docMk/>
          <pc:sldMk cId="31366087" sldId="335"/>
        </pc:sldMkLst>
      </pc:sldChg>
      <pc:sldChg chg="del">
        <pc:chgData name="דני פורטנוב" userId="1287e100-4c28-41b8-ab5c-83423f9e8644" providerId="ADAL" clId="{E114526E-1E51-4F49-9004-6C5057015E0F}" dt="2024-03-09T11:40:01.120" v="3336" actId="47"/>
        <pc:sldMkLst>
          <pc:docMk/>
          <pc:sldMk cId="1337748349" sldId="340"/>
        </pc:sldMkLst>
      </pc:sldChg>
      <pc:sldChg chg="del">
        <pc:chgData name="דני פורטנוב" userId="1287e100-4c28-41b8-ab5c-83423f9e8644" providerId="ADAL" clId="{E114526E-1E51-4F49-9004-6C5057015E0F}" dt="2024-03-09T11:40:00.698" v="3335" actId="47"/>
        <pc:sldMkLst>
          <pc:docMk/>
          <pc:sldMk cId="1322873492" sldId="342"/>
        </pc:sldMkLst>
      </pc:sldChg>
      <pc:sldChg chg="del">
        <pc:chgData name="דני פורטנוב" userId="1287e100-4c28-41b8-ab5c-83423f9e8644" providerId="ADAL" clId="{E114526E-1E51-4F49-9004-6C5057015E0F}" dt="2024-03-09T11:40:01.638" v="3337" actId="47"/>
        <pc:sldMkLst>
          <pc:docMk/>
          <pc:sldMk cId="2864804276" sldId="343"/>
        </pc:sldMkLst>
      </pc:sldChg>
      <pc:sldChg chg="del">
        <pc:chgData name="דני פורטנוב" userId="1287e100-4c28-41b8-ab5c-83423f9e8644" providerId="ADAL" clId="{E114526E-1E51-4F49-9004-6C5057015E0F}" dt="2024-03-09T11:40:02.013" v="3338" actId="47"/>
        <pc:sldMkLst>
          <pc:docMk/>
          <pc:sldMk cId="2358572049" sldId="344"/>
        </pc:sldMkLst>
      </pc:sldChg>
      <pc:sldChg chg="del">
        <pc:chgData name="דני פורטנוב" userId="1287e100-4c28-41b8-ab5c-83423f9e8644" providerId="ADAL" clId="{E114526E-1E51-4F49-9004-6C5057015E0F}" dt="2024-03-09T11:40:02.750" v="3339" actId="47"/>
        <pc:sldMkLst>
          <pc:docMk/>
          <pc:sldMk cId="236329940" sldId="345"/>
        </pc:sldMkLst>
      </pc:sldChg>
      <pc:sldChg chg="addSp delSp modSp add mod">
        <pc:chgData name="דני פורטנוב" userId="1287e100-4c28-41b8-ab5c-83423f9e8644" providerId="ADAL" clId="{E114526E-1E51-4F49-9004-6C5057015E0F}" dt="2024-03-09T11:16:04.129" v="1513" actId="20577"/>
        <pc:sldMkLst>
          <pc:docMk/>
          <pc:sldMk cId="3002612016" sldId="346"/>
        </pc:sldMkLst>
        <pc:spChg chg="mod">
          <ac:chgData name="דני פורטנוב" userId="1287e100-4c28-41b8-ab5c-83423f9e8644" providerId="ADAL" clId="{E114526E-1E51-4F49-9004-6C5057015E0F}" dt="2024-03-09T11:16:04.129" v="1513" actId="20577"/>
          <ac:spMkLst>
            <pc:docMk/>
            <pc:sldMk cId="3002612016" sldId="346"/>
            <ac:spMk id="5" creationId="{89A865EE-3620-A379-1EB9-D83434242F96}"/>
          </ac:spMkLst>
        </pc:spChg>
        <pc:spChg chg="mod">
          <ac:chgData name="דני פורטנוב" userId="1287e100-4c28-41b8-ab5c-83423f9e8644" providerId="ADAL" clId="{E114526E-1E51-4F49-9004-6C5057015E0F}" dt="2024-03-09T11:14:54.794" v="1500" actId="20577"/>
          <ac:spMkLst>
            <pc:docMk/>
            <pc:sldMk cId="3002612016" sldId="346"/>
            <ac:spMk id="12" creationId="{97E42D0B-B01D-1CDF-BF7A-5B5A8B40AE55}"/>
          </ac:spMkLst>
        </pc:spChg>
        <pc:picChg chg="add del mod">
          <ac:chgData name="דני פורטנוב" userId="1287e100-4c28-41b8-ab5c-83423f9e8644" providerId="ADAL" clId="{E114526E-1E51-4F49-9004-6C5057015E0F}" dt="2024-03-09T10:53:57.740" v="913" actId="478"/>
          <ac:picMkLst>
            <pc:docMk/>
            <pc:sldMk cId="3002612016" sldId="346"/>
            <ac:picMk id="4" creationId="{93E0C330-9EA9-4FD1-F1A6-33704FD1B15A}"/>
          </ac:picMkLst>
        </pc:picChg>
        <pc:picChg chg="add del mod">
          <ac:chgData name="דני פורטנוב" userId="1287e100-4c28-41b8-ab5c-83423f9e8644" providerId="ADAL" clId="{E114526E-1E51-4F49-9004-6C5057015E0F}" dt="2024-03-09T11:15:33.834" v="1503" actId="478"/>
          <ac:picMkLst>
            <pc:docMk/>
            <pc:sldMk cId="3002612016" sldId="346"/>
            <ac:picMk id="7" creationId="{728E94E0-0A66-BBAE-CF7E-15800DDB383B}"/>
          </ac:picMkLst>
        </pc:picChg>
        <pc:picChg chg="add mod">
          <ac:chgData name="דני פורטנוב" userId="1287e100-4c28-41b8-ab5c-83423f9e8644" providerId="ADAL" clId="{E114526E-1E51-4F49-9004-6C5057015E0F}" dt="2024-03-09T11:15:40.162" v="1507" actId="1076"/>
          <ac:picMkLst>
            <pc:docMk/>
            <pc:sldMk cId="3002612016" sldId="346"/>
            <ac:picMk id="9" creationId="{E6FFF604-2785-E283-557E-3A4A398ACAE3}"/>
          </ac:picMkLst>
        </pc:picChg>
        <pc:picChg chg="del">
          <ac:chgData name="דני פורטנוב" userId="1287e100-4c28-41b8-ab5c-83423f9e8644" providerId="ADAL" clId="{E114526E-1E51-4F49-9004-6C5057015E0F}" dt="2024-03-09T09:59:02.370" v="850" actId="478"/>
          <ac:picMkLst>
            <pc:docMk/>
            <pc:sldMk cId="3002612016" sldId="346"/>
            <ac:picMk id="17" creationId="{5A646D1A-7027-9570-C2A2-AA4996FD1F15}"/>
          </ac:picMkLst>
        </pc:picChg>
      </pc:sldChg>
      <pc:sldChg chg="addSp delSp modSp add mod">
        <pc:chgData name="דני פורטנוב" userId="1287e100-4c28-41b8-ab5c-83423f9e8644" providerId="ADAL" clId="{E114526E-1E51-4F49-9004-6C5057015E0F}" dt="2024-03-09T11:25:50.236" v="2288" actId="20577"/>
        <pc:sldMkLst>
          <pc:docMk/>
          <pc:sldMk cId="3762887953" sldId="347"/>
        </pc:sldMkLst>
        <pc:spChg chg="mod">
          <ac:chgData name="דני פורטנוב" userId="1287e100-4c28-41b8-ab5c-83423f9e8644" providerId="ADAL" clId="{E114526E-1E51-4F49-9004-6C5057015E0F}" dt="2024-03-09T11:17:20.349" v="1531" actId="14100"/>
          <ac:spMkLst>
            <pc:docMk/>
            <pc:sldMk cId="3762887953" sldId="347"/>
            <ac:spMk id="5" creationId="{89A865EE-3620-A379-1EB9-D83434242F96}"/>
          </ac:spMkLst>
        </pc:spChg>
        <pc:spChg chg="mod">
          <ac:chgData name="דני פורטנוב" userId="1287e100-4c28-41b8-ab5c-83423f9e8644" providerId="ADAL" clId="{E114526E-1E51-4F49-9004-6C5057015E0F}" dt="2024-03-09T11:25:50.236" v="2288" actId="20577"/>
          <ac:spMkLst>
            <pc:docMk/>
            <pc:sldMk cId="3762887953" sldId="347"/>
            <ac:spMk id="12" creationId="{97E42D0B-B01D-1CDF-BF7A-5B5A8B40AE55}"/>
          </ac:spMkLst>
        </pc:spChg>
        <pc:picChg chg="add mod">
          <ac:chgData name="דני פורטנוב" userId="1287e100-4c28-41b8-ab5c-83423f9e8644" providerId="ADAL" clId="{E114526E-1E51-4F49-9004-6C5057015E0F}" dt="2024-03-09T11:16:59.075" v="1526" actId="1076"/>
          <ac:picMkLst>
            <pc:docMk/>
            <pc:sldMk cId="3762887953" sldId="347"/>
            <ac:picMk id="4" creationId="{D9B6BD82-F4D6-DC42-422A-E26DB4D4A6C8}"/>
          </ac:picMkLst>
        </pc:picChg>
        <pc:picChg chg="del">
          <ac:chgData name="דני פורטנוב" userId="1287e100-4c28-41b8-ab5c-83423f9e8644" providerId="ADAL" clId="{E114526E-1E51-4F49-9004-6C5057015E0F}" dt="2024-03-09T11:16:49.421" v="1520" actId="478"/>
          <ac:picMkLst>
            <pc:docMk/>
            <pc:sldMk cId="3762887953" sldId="347"/>
            <ac:picMk id="9" creationId="{E6FFF604-2785-E283-557E-3A4A398ACAE3}"/>
          </ac:picMkLst>
        </pc:picChg>
      </pc:sldChg>
      <pc:sldChg chg="add del">
        <pc:chgData name="דני פורטנוב" userId="1287e100-4c28-41b8-ab5c-83423f9e8644" providerId="ADAL" clId="{E114526E-1E51-4F49-9004-6C5057015E0F}" dt="2024-03-09T11:16:37.936" v="1516"/>
        <pc:sldMkLst>
          <pc:docMk/>
          <pc:sldMk cId="2359607264" sldId="348"/>
        </pc:sldMkLst>
      </pc:sldChg>
      <pc:sldChg chg="addSp delSp modSp add mod">
        <pc:chgData name="דני פורטנוב" userId="1287e100-4c28-41b8-ab5c-83423f9e8644" providerId="ADAL" clId="{E114526E-1E51-4F49-9004-6C5057015E0F}" dt="2024-03-09T11:39:47.408" v="3329" actId="33524"/>
        <pc:sldMkLst>
          <pc:docMk/>
          <pc:sldMk cId="3131161215" sldId="348"/>
        </pc:sldMkLst>
        <pc:spChg chg="add">
          <ac:chgData name="דני פורטנוב" userId="1287e100-4c28-41b8-ab5c-83423f9e8644" providerId="ADAL" clId="{E114526E-1E51-4F49-9004-6C5057015E0F}" dt="2024-03-09T11:28:51.425" v="2386"/>
          <ac:spMkLst>
            <pc:docMk/>
            <pc:sldMk cId="3131161215" sldId="348"/>
            <ac:spMk id="3" creationId="{0D67AF50-2E88-6E61-19E0-534CE6CDBFB2}"/>
          </ac:spMkLst>
        </pc:spChg>
        <pc:spChg chg="mod">
          <ac:chgData name="דני פורטנוב" userId="1287e100-4c28-41b8-ab5c-83423f9e8644" providerId="ADAL" clId="{E114526E-1E51-4F49-9004-6C5057015E0F}" dt="2024-03-09T11:35:04.150" v="2738" actId="1076"/>
          <ac:spMkLst>
            <pc:docMk/>
            <pc:sldMk cId="3131161215" sldId="348"/>
            <ac:spMk id="5" creationId="{89A865EE-3620-A379-1EB9-D83434242F96}"/>
          </ac:spMkLst>
        </pc:spChg>
        <pc:spChg chg="add mod">
          <ac:chgData name="דני פורטנוב" userId="1287e100-4c28-41b8-ab5c-83423f9e8644" providerId="ADAL" clId="{E114526E-1E51-4F49-9004-6C5057015E0F}" dt="2024-03-09T11:35:20.474" v="2749" actId="20577"/>
          <ac:spMkLst>
            <pc:docMk/>
            <pc:sldMk cId="3131161215" sldId="348"/>
            <ac:spMk id="6" creationId="{4E426E2C-2AF2-8010-82AD-9409BB9BEFA9}"/>
          </ac:spMkLst>
        </pc:spChg>
        <pc:spChg chg="add mod">
          <ac:chgData name="דני פורטנוב" userId="1287e100-4c28-41b8-ab5c-83423f9e8644" providerId="ADAL" clId="{E114526E-1E51-4F49-9004-6C5057015E0F}" dt="2024-03-09T11:35:41.503" v="2796" actId="27636"/>
          <ac:spMkLst>
            <pc:docMk/>
            <pc:sldMk cId="3131161215" sldId="348"/>
            <ac:spMk id="7" creationId="{E3912932-050C-CC4E-61B2-47A456CE28C1}"/>
          </ac:spMkLst>
        </pc:spChg>
        <pc:spChg chg="add mod">
          <ac:chgData name="דני פורטנוב" userId="1287e100-4c28-41b8-ab5c-83423f9e8644" providerId="ADAL" clId="{E114526E-1E51-4F49-9004-6C5057015E0F}" dt="2024-03-09T11:35:49.947" v="2800" actId="27636"/>
          <ac:spMkLst>
            <pc:docMk/>
            <pc:sldMk cId="3131161215" sldId="348"/>
            <ac:spMk id="8" creationId="{6D0EB4F8-CF2C-59D4-B8D0-49E59EACC668}"/>
          </ac:spMkLst>
        </pc:spChg>
        <pc:spChg chg="mod">
          <ac:chgData name="דני פורטנוב" userId="1287e100-4c28-41b8-ab5c-83423f9e8644" providerId="ADAL" clId="{E114526E-1E51-4F49-9004-6C5057015E0F}" dt="2024-03-09T11:39:47.408" v="3329" actId="33524"/>
          <ac:spMkLst>
            <pc:docMk/>
            <pc:sldMk cId="3131161215" sldId="348"/>
            <ac:spMk id="12" creationId="{97E42D0B-B01D-1CDF-BF7A-5B5A8B40AE55}"/>
          </ac:spMkLst>
        </pc:spChg>
        <pc:picChg chg="del">
          <ac:chgData name="דני פורטנוב" userId="1287e100-4c28-41b8-ab5c-83423f9e8644" providerId="ADAL" clId="{E114526E-1E51-4F49-9004-6C5057015E0F}" dt="2024-03-09T11:35:02.786" v="2737" actId="478"/>
          <ac:picMkLst>
            <pc:docMk/>
            <pc:sldMk cId="3131161215" sldId="348"/>
            <ac:picMk id="4" creationId="{D9B6BD82-F4D6-DC42-422A-E26DB4D4A6C8}"/>
          </ac:picMkLst>
        </pc:picChg>
      </pc:sldChg>
    </pc:docChg>
  </pc:docChgLst>
  <pc:docChgLst>
    <pc:chgData name="ניב קופולוביץ" userId="0206eb30-381d-44cb-b094-52bcb345d922" providerId="ADAL" clId="{C66B41C0-9CB2-4F78-ACE4-9001633B994C}"/>
    <pc:docChg chg="undo redo custSel addSld delSld modSld sldOrd">
      <pc:chgData name="ניב קופולוביץ" userId="0206eb30-381d-44cb-b094-52bcb345d922" providerId="ADAL" clId="{C66B41C0-9CB2-4F78-ACE4-9001633B994C}" dt="2024-03-16T18:14:29.546" v="2886" actId="1076"/>
      <pc:docMkLst>
        <pc:docMk/>
      </pc:docMkLst>
      <pc:sldChg chg="modSp mod">
        <pc:chgData name="ניב קופולוביץ" userId="0206eb30-381d-44cb-b094-52bcb345d922" providerId="ADAL" clId="{C66B41C0-9CB2-4F78-ACE4-9001633B994C}" dt="2024-03-15T15:08:14.842" v="2810" actId="207"/>
        <pc:sldMkLst>
          <pc:docMk/>
          <pc:sldMk cId="2033148651" sldId="328"/>
        </pc:sldMkLst>
        <pc:spChg chg="mod">
          <ac:chgData name="ניב קופולוביץ" userId="0206eb30-381d-44cb-b094-52bcb345d922" providerId="ADAL" clId="{C66B41C0-9CB2-4F78-ACE4-9001633B994C}" dt="2024-03-15T14:35:53.018" v="2186" actId="20577"/>
          <ac:spMkLst>
            <pc:docMk/>
            <pc:sldMk cId="2033148651" sldId="328"/>
            <ac:spMk id="5" creationId="{89A865EE-3620-A379-1EB9-D83434242F96}"/>
          </ac:spMkLst>
        </pc:spChg>
        <pc:spChg chg="mod">
          <ac:chgData name="ניב קופולוביץ" userId="0206eb30-381d-44cb-b094-52bcb345d922" providerId="ADAL" clId="{C66B41C0-9CB2-4F78-ACE4-9001633B994C}" dt="2024-03-15T15:08:14.842" v="2810" actId="207"/>
          <ac:spMkLst>
            <pc:docMk/>
            <pc:sldMk cId="2033148651" sldId="328"/>
            <ac:spMk id="12" creationId="{97E42D0B-B01D-1CDF-BF7A-5B5A8B40AE55}"/>
          </ac:spMkLst>
        </pc:spChg>
      </pc:sldChg>
      <pc:sldChg chg="modSp mod">
        <pc:chgData name="ניב קופולוביץ" userId="0206eb30-381d-44cb-b094-52bcb345d922" providerId="ADAL" clId="{C66B41C0-9CB2-4F78-ACE4-9001633B994C}" dt="2024-03-15T15:08:19.906" v="2811"/>
        <pc:sldMkLst>
          <pc:docMk/>
          <pc:sldMk cId="3002612016" sldId="346"/>
        </pc:sldMkLst>
        <pc:spChg chg="mod">
          <ac:chgData name="ניב קופולוביץ" userId="0206eb30-381d-44cb-b094-52bcb345d922" providerId="ADAL" clId="{C66B41C0-9CB2-4F78-ACE4-9001633B994C}" dt="2024-03-15T14:36:02.350" v="2190" actId="20577"/>
          <ac:spMkLst>
            <pc:docMk/>
            <pc:sldMk cId="3002612016" sldId="346"/>
            <ac:spMk id="5" creationId="{89A865EE-3620-A379-1EB9-D83434242F96}"/>
          </ac:spMkLst>
        </pc:spChg>
        <pc:spChg chg="mod">
          <ac:chgData name="ניב קופולוביץ" userId="0206eb30-381d-44cb-b094-52bcb345d922" providerId="ADAL" clId="{C66B41C0-9CB2-4F78-ACE4-9001633B994C}" dt="2024-03-15T15:08:19.906" v="2811"/>
          <ac:spMkLst>
            <pc:docMk/>
            <pc:sldMk cId="3002612016" sldId="346"/>
            <ac:spMk id="12" creationId="{97E42D0B-B01D-1CDF-BF7A-5B5A8B40AE55}"/>
          </ac:spMkLst>
        </pc:spChg>
      </pc:sldChg>
      <pc:sldChg chg="addSp delSp modSp mod">
        <pc:chgData name="ניב קופולוביץ" userId="0206eb30-381d-44cb-b094-52bcb345d922" providerId="ADAL" clId="{C66B41C0-9CB2-4F78-ACE4-9001633B994C}" dt="2024-03-15T14:26:08.920" v="1871" actId="1076"/>
        <pc:sldMkLst>
          <pc:docMk/>
          <pc:sldMk cId="3762887953" sldId="347"/>
        </pc:sldMkLst>
        <pc:spChg chg="add">
          <ac:chgData name="ניב קופולוביץ" userId="0206eb30-381d-44cb-b094-52bcb345d922" providerId="ADAL" clId="{C66B41C0-9CB2-4F78-ACE4-9001633B994C}" dt="2024-03-15T09:48:02.311" v="7"/>
          <ac:spMkLst>
            <pc:docMk/>
            <pc:sldMk cId="3762887953" sldId="347"/>
            <ac:spMk id="2" creationId="{6301DCF6-A682-937A-5045-3F0C8D0EF9DE}"/>
          </ac:spMkLst>
        </pc:spChg>
        <pc:spChg chg="add mod">
          <ac:chgData name="ניב קופולוביץ" userId="0206eb30-381d-44cb-b094-52bcb345d922" providerId="ADAL" clId="{C66B41C0-9CB2-4F78-ACE4-9001633B994C}" dt="2024-03-15T09:48:24.536" v="16" actId="1076"/>
          <ac:spMkLst>
            <pc:docMk/>
            <pc:sldMk cId="3762887953" sldId="347"/>
            <ac:spMk id="3" creationId="{BF8C917B-DD00-075B-CB41-5CFC38BF2A6F}"/>
          </ac:spMkLst>
        </pc:spChg>
        <pc:spChg chg="add del">
          <ac:chgData name="ניב קופולוביץ" userId="0206eb30-381d-44cb-b094-52bcb345d922" providerId="ADAL" clId="{C66B41C0-9CB2-4F78-ACE4-9001633B994C}" dt="2024-03-15T09:48:13.869" v="9" actId="478"/>
          <ac:spMkLst>
            <pc:docMk/>
            <pc:sldMk cId="3762887953" sldId="347"/>
            <ac:spMk id="5" creationId="{89A865EE-3620-A379-1EB9-D83434242F96}"/>
          </ac:spMkLst>
        </pc:spChg>
        <pc:spChg chg="mod">
          <ac:chgData name="ניב קופולוביץ" userId="0206eb30-381d-44cb-b094-52bcb345d922" providerId="ADAL" clId="{C66B41C0-9CB2-4F78-ACE4-9001633B994C}" dt="2024-03-15T14:25:16.641" v="1862" actId="20577"/>
          <ac:spMkLst>
            <pc:docMk/>
            <pc:sldMk cId="3762887953" sldId="347"/>
            <ac:spMk id="9" creationId="{3D198235-B3EC-4400-6030-699492EF7A5D}"/>
          </ac:spMkLst>
        </pc:spChg>
        <pc:spChg chg="del">
          <ac:chgData name="ניב קופולוביץ" userId="0206eb30-381d-44cb-b094-52bcb345d922" providerId="ADAL" clId="{C66B41C0-9CB2-4F78-ACE4-9001633B994C}" dt="2024-03-15T09:47:59.918" v="5" actId="478"/>
          <ac:spMkLst>
            <pc:docMk/>
            <pc:sldMk cId="3762887953" sldId="347"/>
            <ac:spMk id="12" creationId="{97E42D0B-B01D-1CDF-BF7A-5B5A8B40AE55}"/>
          </ac:spMkLst>
        </pc:spChg>
        <pc:picChg chg="del">
          <ac:chgData name="ניב קופולוביץ" userId="0206eb30-381d-44cb-b094-52bcb345d922" providerId="ADAL" clId="{C66B41C0-9CB2-4F78-ACE4-9001633B994C}" dt="2024-03-15T09:47:57.540" v="4" actId="478"/>
          <ac:picMkLst>
            <pc:docMk/>
            <pc:sldMk cId="3762887953" sldId="347"/>
            <ac:picMk id="6" creationId="{0CD943DF-8AF2-719A-982E-B520BDCFFCFB}"/>
          </ac:picMkLst>
        </pc:picChg>
        <pc:picChg chg="add del mod">
          <ac:chgData name="ניב קופולוביץ" userId="0206eb30-381d-44cb-b094-52bcb345d922" providerId="ADAL" clId="{C66B41C0-9CB2-4F78-ACE4-9001633B994C}" dt="2024-03-15T09:49:37.247" v="20" actId="478"/>
          <ac:picMkLst>
            <pc:docMk/>
            <pc:sldMk cId="3762887953" sldId="347"/>
            <ac:picMk id="7" creationId="{59709EF8-04A1-9461-6C58-B954EAB98B2F}"/>
          </ac:picMkLst>
        </pc:picChg>
        <pc:picChg chg="add del mod">
          <ac:chgData name="ניב קופולוביץ" userId="0206eb30-381d-44cb-b094-52bcb345d922" providerId="ADAL" clId="{C66B41C0-9CB2-4F78-ACE4-9001633B994C}" dt="2024-03-15T09:53:12.384" v="24" actId="478"/>
          <ac:picMkLst>
            <pc:docMk/>
            <pc:sldMk cId="3762887953" sldId="347"/>
            <ac:picMk id="10" creationId="{3AA54207-0F2D-4675-F820-AE19EBFB6F8E}"/>
          </ac:picMkLst>
        </pc:picChg>
        <pc:picChg chg="add del mod">
          <ac:chgData name="ניב קופולוביץ" userId="0206eb30-381d-44cb-b094-52bcb345d922" providerId="ADAL" clId="{C66B41C0-9CB2-4F78-ACE4-9001633B994C}" dt="2024-03-15T09:55:56.562" v="27" actId="478"/>
          <ac:picMkLst>
            <pc:docMk/>
            <pc:sldMk cId="3762887953" sldId="347"/>
            <ac:picMk id="13" creationId="{CC96E18B-16BC-CD42-F470-E51EB6442978}"/>
          </ac:picMkLst>
        </pc:picChg>
        <pc:picChg chg="add del mod">
          <ac:chgData name="ניב קופולוביץ" userId="0206eb30-381d-44cb-b094-52bcb345d922" providerId="ADAL" clId="{C66B41C0-9CB2-4F78-ACE4-9001633B994C}" dt="2024-03-15T14:19:03.485" v="1802" actId="478"/>
          <ac:picMkLst>
            <pc:docMk/>
            <pc:sldMk cId="3762887953" sldId="347"/>
            <ac:picMk id="15" creationId="{077ECAF0-5142-66E4-4060-9F448CBBC67A}"/>
          </ac:picMkLst>
        </pc:picChg>
        <pc:picChg chg="add mod">
          <ac:chgData name="ניב קופולוביץ" userId="0206eb30-381d-44cb-b094-52bcb345d922" providerId="ADAL" clId="{C66B41C0-9CB2-4F78-ACE4-9001633B994C}" dt="2024-03-15T14:26:08.920" v="1871" actId="1076"/>
          <ac:picMkLst>
            <pc:docMk/>
            <pc:sldMk cId="3762887953" sldId="347"/>
            <ac:picMk id="17" creationId="{4ADDDC66-9D1D-18D7-17A1-1A9010801BC3}"/>
          </ac:picMkLst>
        </pc:picChg>
      </pc:sldChg>
      <pc:sldChg chg="modSp mod">
        <pc:chgData name="ניב קופולוביץ" userId="0206eb30-381d-44cb-b094-52bcb345d922" providerId="ADAL" clId="{C66B41C0-9CB2-4F78-ACE4-9001633B994C}" dt="2024-03-15T14:43:32.297" v="2372" actId="2711"/>
        <pc:sldMkLst>
          <pc:docMk/>
          <pc:sldMk cId="3012703786" sldId="350"/>
        </pc:sldMkLst>
        <pc:spChg chg="mod">
          <ac:chgData name="ניב קופולוביץ" userId="0206eb30-381d-44cb-b094-52bcb345d922" providerId="ADAL" clId="{C66B41C0-9CB2-4F78-ACE4-9001633B994C}" dt="2024-03-15T14:37:28.921" v="2227" actId="20577"/>
          <ac:spMkLst>
            <pc:docMk/>
            <pc:sldMk cId="3012703786" sldId="350"/>
            <ac:spMk id="10" creationId="{164840E4-8634-1825-86A8-220DBD53856A}"/>
          </ac:spMkLst>
        </pc:spChg>
        <pc:spChg chg="mod">
          <ac:chgData name="ניב קופולוביץ" userId="0206eb30-381d-44cb-b094-52bcb345d922" providerId="ADAL" clId="{C66B41C0-9CB2-4F78-ACE4-9001633B994C}" dt="2024-03-15T14:37:31.760" v="2229" actId="20577"/>
          <ac:spMkLst>
            <pc:docMk/>
            <pc:sldMk cId="3012703786" sldId="350"/>
            <ac:spMk id="11" creationId="{B384DE99-DE8E-43E8-7BA9-649F8482D288}"/>
          </ac:spMkLst>
        </pc:spChg>
        <pc:spChg chg="mod">
          <ac:chgData name="ניב קופולוביץ" userId="0206eb30-381d-44cb-b094-52bcb345d922" providerId="ADAL" clId="{C66B41C0-9CB2-4F78-ACE4-9001633B994C}" dt="2024-03-15T14:43:32.297" v="2372" actId="2711"/>
          <ac:spMkLst>
            <pc:docMk/>
            <pc:sldMk cId="3012703786" sldId="350"/>
            <ac:spMk id="12" creationId="{60780799-8629-BDBE-40B3-72BED3104129}"/>
          </ac:spMkLst>
        </pc:spChg>
      </pc:sldChg>
      <pc:sldChg chg="modSp mod">
        <pc:chgData name="ניב קופולוביץ" userId="0206eb30-381d-44cb-b094-52bcb345d922" providerId="ADAL" clId="{C66B41C0-9CB2-4F78-ACE4-9001633B994C}" dt="2024-03-15T14:43:57.183" v="2388" actId="2711"/>
        <pc:sldMkLst>
          <pc:docMk/>
          <pc:sldMk cId="3280344837" sldId="351"/>
        </pc:sldMkLst>
        <pc:spChg chg="mod">
          <ac:chgData name="ניב קופולוביץ" userId="0206eb30-381d-44cb-b094-52bcb345d922" providerId="ADAL" clId="{C66B41C0-9CB2-4F78-ACE4-9001633B994C}" dt="2024-03-15T14:43:54.405" v="2387" actId="2711"/>
          <ac:spMkLst>
            <pc:docMk/>
            <pc:sldMk cId="3280344837" sldId="351"/>
            <ac:spMk id="2" creationId="{97E42D0B-B01D-1CDF-BF7A-5B5A8B40AE55}"/>
          </ac:spMkLst>
        </pc:spChg>
        <pc:spChg chg="mod">
          <ac:chgData name="ניב קופולוביץ" userId="0206eb30-381d-44cb-b094-52bcb345d922" providerId="ADAL" clId="{C66B41C0-9CB2-4F78-ACE4-9001633B994C}" dt="2024-03-15T14:36:28.477" v="2200" actId="27636"/>
          <ac:spMkLst>
            <pc:docMk/>
            <pc:sldMk cId="3280344837" sldId="351"/>
            <ac:spMk id="6" creationId="{B8E2DD37-CB4F-90FC-DFCD-7ECBC7F766E0}"/>
          </ac:spMkLst>
        </pc:spChg>
        <pc:spChg chg="mod">
          <ac:chgData name="ניב קופולוביץ" userId="0206eb30-381d-44cb-b094-52bcb345d922" providerId="ADAL" clId="{C66B41C0-9CB2-4F78-ACE4-9001633B994C}" dt="2024-03-15T14:36:32.341" v="2205" actId="27636"/>
          <ac:spMkLst>
            <pc:docMk/>
            <pc:sldMk cId="3280344837" sldId="351"/>
            <ac:spMk id="7" creationId="{63D7388C-3564-0A80-861F-A5703641D3DE}"/>
          </ac:spMkLst>
        </pc:spChg>
        <pc:spChg chg="mod">
          <ac:chgData name="ניב קופולוביץ" userId="0206eb30-381d-44cb-b094-52bcb345d922" providerId="ADAL" clId="{C66B41C0-9CB2-4F78-ACE4-9001633B994C}" dt="2024-03-15T14:43:57.183" v="2388" actId="2711"/>
          <ac:spMkLst>
            <pc:docMk/>
            <pc:sldMk cId="3280344837" sldId="351"/>
            <ac:spMk id="10" creationId="{CC990CAA-48C3-B135-4384-33FAEEA26CF2}"/>
          </ac:spMkLst>
        </pc:spChg>
      </pc:sldChg>
      <pc:sldChg chg="modSp mod">
        <pc:chgData name="ניב קופולוביץ" userId="0206eb30-381d-44cb-b094-52bcb345d922" providerId="ADAL" clId="{C66B41C0-9CB2-4F78-ACE4-9001633B994C}" dt="2024-03-16T09:53:45.420" v="2814" actId="20577"/>
        <pc:sldMkLst>
          <pc:docMk/>
          <pc:sldMk cId="750754471" sldId="352"/>
        </pc:sldMkLst>
        <pc:spChg chg="mod">
          <ac:chgData name="ניב קופולוביץ" userId="0206eb30-381d-44cb-b094-52bcb345d922" providerId="ADAL" clId="{C66B41C0-9CB2-4F78-ACE4-9001633B994C}" dt="2024-03-15T14:39:22.210" v="2283" actId="1076"/>
          <ac:spMkLst>
            <pc:docMk/>
            <pc:sldMk cId="750754471" sldId="352"/>
            <ac:spMk id="13" creationId="{F6E147DE-EBE7-1A8A-11E1-AB61932BF12B}"/>
          </ac:spMkLst>
        </pc:spChg>
        <pc:spChg chg="mod">
          <ac:chgData name="ניב קופולוביץ" userId="0206eb30-381d-44cb-b094-52bcb345d922" providerId="ADAL" clId="{C66B41C0-9CB2-4F78-ACE4-9001633B994C}" dt="2024-03-15T14:38:14.302" v="2250" actId="20577"/>
          <ac:spMkLst>
            <pc:docMk/>
            <pc:sldMk cId="750754471" sldId="352"/>
            <ac:spMk id="14" creationId="{AD1080CE-D088-8FC5-70E9-4CBC61E31EB6}"/>
          </ac:spMkLst>
        </pc:spChg>
        <pc:spChg chg="mod">
          <ac:chgData name="ניב קופולוביץ" userId="0206eb30-381d-44cb-b094-52bcb345d922" providerId="ADAL" clId="{C66B41C0-9CB2-4F78-ACE4-9001633B994C}" dt="2024-03-16T09:53:45.420" v="2814" actId="20577"/>
          <ac:spMkLst>
            <pc:docMk/>
            <pc:sldMk cId="750754471" sldId="352"/>
            <ac:spMk id="19" creationId="{59FBA923-B6BB-8F19-450F-13151B6723FB}"/>
          </ac:spMkLst>
        </pc:spChg>
        <pc:spChg chg="mod">
          <ac:chgData name="ניב קופולוביץ" userId="0206eb30-381d-44cb-b094-52bcb345d922" providerId="ADAL" clId="{C66B41C0-9CB2-4F78-ACE4-9001633B994C}" dt="2024-03-15T14:43:19.694" v="2370" actId="2711"/>
          <ac:spMkLst>
            <pc:docMk/>
            <pc:sldMk cId="750754471" sldId="352"/>
            <ac:spMk id="28" creationId="{925D2211-8668-331E-37C6-4F8589366F81}"/>
          </ac:spMkLst>
        </pc:spChg>
      </pc:sldChg>
      <pc:sldChg chg="modSp mod">
        <pc:chgData name="ניב קופולוביץ" userId="0206eb30-381d-44cb-b094-52bcb345d922" providerId="ADAL" clId="{C66B41C0-9CB2-4F78-ACE4-9001633B994C}" dt="2024-03-15T14:43:47.975" v="2386" actId="1038"/>
        <pc:sldMkLst>
          <pc:docMk/>
          <pc:sldMk cId="2005296151" sldId="353"/>
        </pc:sldMkLst>
        <pc:spChg chg="mod">
          <ac:chgData name="ניב קופולוביץ" userId="0206eb30-381d-44cb-b094-52bcb345d922" providerId="ADAL" clId="{C66B41C0-9CB2-4F78-ACE4-9001633B994C}" dt="2024-03-15T14:43:47.975" v="2386" actId="1038"/>
          <ac:spMkLst>
            <pc:docMk/>
            <pc:sldMk cId="2005296151" sldId="353"/>
            <ac:spMk id="5" creationId="{89A865EE-3620-A379-1EB9-D83434242F96}"/>
          </ac:spMkLst>
        </pc:spChg>
        <pc:spChg chg="mod">
          <ac:chgData name="ניב קופולוביץ" userId="0206eb30-381d-44cb-b094-52bcb345d922" providerId="ADAL" clId="{C66B41C0-9CB2-4F78-ACE4-9001633B994C}" dt="2024-03-15T14:37:18.074" v="2222" actId="20577"/>
          <ac:spMkLst>
            <pc:docMk/>
            <pc:sldMk cId="2005296151" sldId="353"/>
            <ac:spMk id="11" creationId="{0D633E4F-BED9-03EA-F45E-24B64ECDBFAC}"/>
          </ac:spMkLst>
        </pc:spChg>
        <pc:spChg chg="mod">
          <ac:chgData name="ניב קופולוביץ" userId="0206eb30-381d-44cb-b094-52bcb345d922" providerId="ADAL" clId="{C66B41C0-9CB2-4F78-ACE4-9001633B994C}" dt="2024-03-15T14:43:43.290" v="2375" actId="1076"/>
          <ac:spMkLst>
            <pc:docMk/>
            <pc:sldMk cId="2005296151" sldId="353"/>
            <ac:spMk id="12" creationId="{97E42D0B-B01D-1CDF-BF7A-5B5A8B40AE55}"/>
          </ac:spMkLst>
        </pc:spChg>
        <pc:picChg chg="mod">
          <ac:chgData name="ניב קופולוביץ" userId="0206eb30-381d-44cb-b094-52bcb345d922" providerId="ADAL" clId="{C66B41C0-9CB2-4F78-ACE4-9001633B994C}" dt="2024-03-15T14:43:47.975" v="2386" actId="1038"/>
          <ac:picMkLst>
            <pc:docMk/>
            <pc:sldMk cId="2005296151" sldId="353"/>
            <ac:picMk id="4" creationId="{D9B6BD82-F4D6-DC42-422A-E26DB4D4A6C8}"/>
          </ac:picMkLst>
        </pc:picChg>
      </pc:sldChg>
      <pc:sldChg chg="modSp mod">
        <pc:chgData name="ניב קופולוביץ" userId="0206eb30-381d-44cb-b094-52bcb345d922" providerId="ADAL" clId="{C66B41C0-9CB2-4F78-ACE4-9001633B994C}" dt="2024-03-16T09:53:36.481" v="2812" actId="207"/>
        <pc:sldMkLst>
          <pc:docMk/>
          <pc:sldMk cId="3087290472" sldId="354"/>
        </pc:sldMkLst>
        <pc:spChg chg="mod">
          <ac:chgData name="ניב קופולוביץ" userId="0206eb30-381d-44cb-b094-52bcb345d922" providerId="ADAL" clId="{C66B41C0-9CB2-4F78-ACE4-9001633B994C}" dt="2024-03-15T14:44:39.312" v="2396" actId="20577"/>
          <ac:spMkLst>
            <pc:docMk/>
            <pc:sldMk cId="3087290472" sldId="354"/>
            <ac:spMk id="5" creationId="{89A865EE-3620-A379-1EB9-D83434242F96}"/>
          </ac:spMkLst>
        </pc:spChg>
        <pc:spChg chg="mod">
          <ac:chgData name="ניב קופולוביץ" userId="0206eb30-381d-44cb-b094-52bcb345d922" providerId="ADAL" clId="{C66B41C0-9CB2-4F78-ACE4-9001633B994C}" dt="2024-03-15T14:44:43.423" v="2399" actId="20577"/>
          <ac:spMkLst>
            <pc:docMk/>
            <pc:sldMk cId="3087290472" sldId="354"/>
            <ac:spMk id="13" creationId="{9945BBB7-F7CA-A0F9-D88C-76C875CF4BC6}"/>
          </ac:spMkLst>
        </pc:spChg>
        <pc:spChg chg="mod">
          <ac:chgData name="ניב קופולוביץ" userId="0206eb30-381d-44cb-b094-52bcb345d922" providerId="ADAL" clId="{C66B41C0-9CB2-4F78-ACE4-9001633B994C}" dt="2024-03-15T14:45:08.280" v="2425" actId="20577"/>
          <ac:spMkLst>
            <pc:docMk/>
            <pc:sldMk cId="3087290472" sldId="354"/>
            <ac:spMk id="20" creationId="{773C1DC7-21E6-B0B7-F270-BE91FAD52F87}"/>
          </ac:spMkLst>
        </pc:spChg>
        <pc:spChg chg="mod">
          <ac:chgData name="ניב קופולוביץ" userId="0206eb30-381d-44cb-b094-52bcb345d922" providerId="ADAL" clId="{C66B41C0-9CB2-4F78-ACE4-9001633B994C}" dt="2024-03-15T14:45:27.981" v="2438" actId="1076"/>
          <ac:spMkLst>
            <pc:docMk/>
            <pc:sldMk cId="3087290472" sldId="354"/>
            <ac:spMk id="21" creationId="{2B2ECD67-3697-5C76-2AFE-AF5067F6A8CF}"/>
          </ac:spMkLst>
        </pc:spChg>
        <pc:spChg chg="mod">
          <ac:chgData name="ניב קופולוביץ" userId="0206eb30-381d-44cb-b094-52bcb345d922" providerId="ADAL" clId="{C66B41C0-9CB2-4F78-ACE4-9001633B994C}" dt="2024-03-16T09:53:36.481" v="2812" actId="207"/>
          <ac:spMkLst>
            <pc:docMk/>
            <pc:sldMk cId="3087290472" sldId="354"/>
            <ac:spMk id="22" creationId="{15FAA8A8-15ED-E492-CDCA-C5988B906EF1}"/>
          </ac:spMkLst>
        </pc:spChg>
      </pc:sldChg>
      <pc:sldChg chg="modSp mod">
        <pc:chgData name="ניב קופולוביץ" userId="0206eb30-381d-44cb-b094-52bcb345d922" providerId="ADAL" clId="{C66B41C0-9CB2-4F78-ACE4-9001633B994C}" dt="2024-03-15T14:43:26.398" v="2371" actId="2711"/>
        <pc:sldMkLst>
          <pc:docMk/>
          <pc:sldMk cId="3317119084" sldId="355"/>
        </pc:sldMkLst>
        <pc:spChg chg="mod">
          <ac:chgData name="ניב קופולוביץ" userId="0206eb30-381d-44cb-b094-52bcb345d922" providerId="ADAL" clId="{C66B41C0-9CB2-4F78-ACE4-9001633B994C}" dt="2024-03-15T14:43:26.398" v="2371" actId="2711"/>
          <ac:spMkLst>
            <pc:docMk/>
            <pc:sldMk cId="3317119084" sldId="355"/>
            <ac:spMk id="3" creationId="{90B1E622-F11C-34F0-DAAB-757E93B858D8}"/>
          </ac:spMkLst>
        </pc:spChg>
        <pc:spChg chg="mod">
          <ac:chgData name="ניב קופולוביץ" userId="0206eb30-381d-44cb-b094-52bcb345d922" providerId="ADAL" clId="{C66B41C0-9CB2-4F78-ACE4-9001633B994C}" dt="2024-03-15T14:38:06.274" v="2245" actId="207"/>
          <ac:spMkLst>
            <pc:docMk/>
            <pc:sldMk cId="3317119084" sldId="355"/>
            <ac:spMk id="14" creationId="{2927DB84-B492-21FC-22D0-341007617F9D}"/>
          </ac:spMkLst>
        </pc:spChg>
        <pc:spChg chg="mod">
          <ac:chgData name="ניב קופולוביץ" userId="0206eb30-381d-44cb-b094-52bcb345d922" providerId="ADAL" clId="{C66B41C0-9CB2-4F78-ACE4-9001633B994C}" dt="2024-03-15T14:38:06.274" v="2245" actId="207"/>
          <ac:spMkLst>
            <pc:docMk/>
            <pc:sldMk cId="3317119084" sldId="355"/>
            <ac:spMk id="20" creationId="{699EDC4F-32FB-FF0C-A9A9-AD480F9FA132}"/>
          </ac:spMkLst>
        </pc:spChg>
      </pc:sldChg>
      <pc:sldChg chg="modSp mod">
        <pc:chgData name="ניב קופולוביץ" userId="0206eb30-381d-44cb-b094-52bcb345d922" providerId="ADAL" clId="{C66B41C0-9CB2-4F78-ACE4-9001633B994C}" dt="2024-03-15T14:43:03.532" v="2368" actId="2711"/>
        <pc:sldMkLst>
          <pc:docMk/>
          <pc:sldMk cId="72973309" sldId="356"/>
        </pc:sldMkLst>
        <pc:spChg chg="mod">
          <ac:chgData name="ניב קופולוביץ" userId="0206eb30-381d-44cb-b094-52bcb345d922" providerId="ADAL" clId="{C66B41C0-9CB2-4F78-ACE4-9001633B994C}" dt="2024-03-15T14:39:04.156" v="2279" actId="27636"/>
          <ac:spMkLst>
            <pc:docMk/>
            <pc:sldMk cId="72973309" sldId="356"/>
            <ac:spMk id="40" creationId="{89A865EE-3620-A379-1EB9-D83434242F96}"/>
          </ac:spMkLst>
        </pc:spChg>
        <pc:spChg chg="mod">
          <ac:chgData name="ניב קופולוביץ" userId="0206eb30-381d-44cb-b094-52bcb345d922" providerId="ADAL" clId="{C66B41C0-9CB2-4F78-ACE4-9001633B994C}" dt="2024-03-15T14:38:38.352" v="2263" actId="20577"/>
          <ac:spMkLst>
            <pc:docMk/>
            <pc:sldMk cId="72973309" sldId="356"/>
            <ac:spMk id="41" creationId="{9945BBB7-F7CA-A0F9-D88C-76C875CF4BC6}"/>
          </ac:spMkLst>
        </pc:spChg>
        <pc:spChg chg="mod">
          <ac:chgData name="ניב קופולוביץ" userId="0206eb30-381d-44cb-b094-52bcb345d922" providerId="ADAL" clId="{C66B41C0-9CB2-4F78-ACE4-9001633B994C}" dt="2024-03-15T14:40:04.695" v="2301" actId="20577"/>
          <ac:spMkLst>
            <pc:docMk/>
            <pc:sldMk cId="72973309" sldId="356"/>
            <ac:spMk id="44" creationId="{25AE99E5-B481-8402-9468-4BF72676909A}"/>
          </ac:spMkLst>
        </pc:spChg>
        <pc:spChg chg="mod">
          <ac:chgData name="ניב קופולוביץ" userId="0206eb30-381d-44cb-b094-52bcb345d922" providerId="ADAL" clId="{C66B41C0-9CB2-4F78-ACE4-9001633B994C}" dt="2024-03-15T14:40:07.250" v="2303" actId="20577"/>
          <ac:spMkLst>
            <pc:docMk/>
            <pc:sldMk cId="72973309" sldId="356"/>
            <ac:spMk id="45" creationId="{24E59EFF-37C5-938E-C0BE-4B77C4E1B980}"/>
          </ac:spMkLst>
        </pc:spChg>
        <pc:spChg chg="mod">
          <ac:chgData name="ניב קופולוביץ" userId="0206eb30-381d-44cb-b094-52bcb345d922" providerId="ADAL" clId="{C66B41C0-9CB2-4F78-ACE4-9001633B994C}" dt="2024-03-15T14:43:03.532" v="2368" actId="2711"/>
          <ac:spMkLst>
            <pc:docMk/>
            <pc:sldMk cId="72973309" sldId="356"/>
            <ac:spMk id="46" creationId="{238DB91A-F630-198E-9961-D87CFD56AE0B}"/>
          </ac:spMkLst>
        </pc:spChg>
        <pc:picChg chg="mod">
          <ac:chgData name="ניב קופולוביץ" userId="0206eb30-381d-44cb-b094-52bcb345d922" providerId="ADAL" clId="{C66B41C0-9CB2-4F78-ACE4-9001633B994C}" dt="2024-03-15T14:40:18.396" v="2305" actId="2085"/>
          <ac:picMkLst>
            <pc:docMk/>
            <pc:sldMk cId="72973309" sldId="356"/>
            <ac:picMk id="42" creationId="{1AD1A568-FA00-BB97-457A-5CE0DB3F9E22}"/>
          </ac:picMkLst>
        </pc:picChg>
        <pc:picChg chg="mod">
          <ac:chgData name="ניב קופולוביץ" userId="0206eb30-381d-44cb-b094-52bcb345d922" providerId="ADAL" clId="{C66B41C0-9CB2-4F78-ACE4-9001633B994C}" dt="2024-03-15T14:40:18.396" v="2305" actId="2085"/>
          <ac:picMkLst>
            <pc:docMk/>
            <pc:sldMk cId="72973309" sldId="356"/>
            <ac:picMk id="43" creationId="{D17912F1-4066-6DD1-5935-55E2152368C3}"/>
          </ac:picMkLst>
        </pc:picChg>
      </pc:sldChg>
      <pc:sldChg chg="modSp mod">
        <pc:chgData name="ניב קופולוביץ" userId="0206eb30-381d-44cb-b094-52bcb345d922" providerId="ADAL" clId="{C66B41C0-9CB2-4F78-ACE4-9001633B994C}" dt="2024-03-15T14:47:07.302" v="2484" actId="2711"/>
        <pc:sldMkLst>
          <pc:docMk/>
          <pc:sldMk cId="2095816155" sldId="357"/>
        </pc:sldMkLst>
        <pc:spChg chg="mod">
          <ac:chgData name="ניב קופולוביץ" userId="0206eb30-381d-44cb-b094-52bcb345d922" providerId="ADAL" clId="{C66B41C0-9CB2-4F78-ACE4-9001633B994C}" dt="2024-03-15T14:46:28.783" v="2465" actId="20577"/>
          <ac:spMkLst>
            <pc:docMk/>
            <pc:sldMk cId="2095816155" sldId="357"/>
            <ac:spMk id="28" creationId="{A8445E09-362A-8BE1-4E60-2178701E52C7}"/>
          </ac:spMkLst>
        </pc:spChg>
        <pc:spChg chg="mod">
          <ac:chgData name="ניב קופולוביץ" userId="0206eb30-381d-44cb-b094-52bcb345d922" providerId="ADAL" clId="{C66B41C0-9CB2-4F78-ACE4-9001633B994C}" dt="2024-03-15T14:46:10.833" v="2457" actId="1037"/>
          <ac:spMkLst>
            <pc:docMk/>
            <pc:sldMk cId="2095816155" sldId="357"/>
            <ac:spMk id="29" creationId="{62C44C41-11D8-2913-BDEB-49B45E112B1B}"/>
          </ac:spMkLst>
        </pc:spChg>
        <pc:spChg chg="mod">
          <ac:chgData name="ניב קופולוביץ" userId="0206eb30-381d-44cb-b094-52bcb345d922" providerId="ADAL" clId="{C66B41C0-9CB2-4F78-ACE4-9001633B994C}" dt="2024-03-15T14:45:52.568" v="2440" actId="20577"/>
          <ac:spMkLst>
            <pc:docMk/>
            <pc:sldMk cId="2095816155" sldId="357"/>
            <ac:spMk id="30" creationId="{7692F464-65CD-385C-183A-2BB3149FDFA6}"/>
          </ac:spMkLst>
        </pc:spChg>
        <pc:spChg chg="mod">
          <ac:chgData name="ניב קופולוביץ" userId="0206eb30-381d-44cb-b094-52bcb345d922" providerId="ADAL" clId="{C66B41C0-9CB2-4F78-ACE4-9001633B994C}" dt="2024-03-15T14:46:25.230" v="2463" actId="1076"/>
          <ac:spMkLst>
            <pc:docMk/>
            <pc:sldMk cId="2095816155" sldId="357"/>
            <ac:spMk id="31" creationId="{832F04E6-1917-C75D-E63D-C2FDA7D9A164}"/>
          </ac:spMkLst>
        </pc:spChg>
        <pc:spChg chg="mod">
          <ac:chgData name="ניב קופולוביץ" userId="0206eb30-381d-44cb-b094-52bcb345d922" providerId="ADAL" clId="{C66B41C0-9CB2-4F78-ACE4-9001633B994C}" dt="2024-03-15T14:46:30.556" v="2467" actId="20577"/>
          <ac:spMkLst>
            <pc:docMk/>
            <pc:sldMk cId="2095816155" sldId="357"/>
            <ac:spMk id="32" creationId="{2445279A-EFFA-F025-D56F-18A5DDB305E8}"/>
          </ac:spMkLst>
        </pc:spChg>
        <pc:spChg chg="mod">
          <ac:chgData name="ניב קופולוביץ" userId="0206eb30-381d-44cb-b094-52bcb345d922" providerId="ADAL" clId="{C66B41C0-9CB2-4F78-ACE4-9001633B994C}" dt="2024-03-15T14:46:22.151" v="2462" actId="1076"/>
          <ac:spMkLst>
            <pc:docMk/>
            <pc:sldMk cId="2095816155" sldId="357"/>
            <ac:spMk id="33" creationId="{1CB05817-D256-B634-1A58-C976B2E1B23D}"/>
          </ac:spMkLst>
        </pc:spChg>
        <pc:spChg chg="mod">
          <ac:chgData name="ניב קופולוביץ" userId="0206eb30-381d-44cb-b094-52bcb345d922" providerId="ADAL" clId="{C66B41C0-9CB2-4F78-ACE4-9001633B994C}" dt="2024-03-15T14:47:07.302" v="2484" actId="2711"/>
          <ac:spMkLst>
            <pc:docMk/>
            <pc:sldMk cId="2095816155" sldId="357"/>
            <ac:spMk id="50" creationId="{169FC105-6633-8A83-C69C-8CFDFAB293A2}"/>
          </ac:spMkLst>
        </pc:spChg>
      </pc:sldChg>
      <pc:sldChg chg="modSp mod">
        <pc:chgData name="ניב קופולוביץ" userId="0206eb30-381d-44cb-b094-52bcb345d922" providerId="ADAL" clId="{C66B41C0-9CB2-4F78-ACE4-9001633B994C}" dt="2024-03-15T14:42:58.016" v="2367" actId="207"/>
        <pc:sldMkLst>
          <pc:docMk/>
          <pc:sldMk cId="1050786910" sldId="359"/>
        </pc:sldMkLst>
        <pc:spChg chg="mod">
          <ac:chgData name="ניב קופולוביץ" userId="0206eb30-381d-44cb-b094-52bcb345d922" providerId="ADAL" clId="{C66B41C0-9CB2-4F78-ACE4-9001633B994C}" dt="2024-03-15T14:40:42.822" v="2307" actId="20577"/>
          <ac:spMkLst>
            <pc:docMk/>
            <pc:sldMk cId="1050786910" sldId="359"/>
            <ac:spMk id="5" creationId="{89A865EE-3620-A379-1EB9-D83434242F96}"/>
          </ac:spMkLst>
        </pc:spChg>
        <pc:spChg chg="mod">
          <ac:chgData name="ניב קופולוביץ" userId="0206eb30-381d-44cb-b094-52bcb345d922" providerId="ADAL" clId="{C66B41C0-9CB2-4F78-ACE4-9001633B994C}" dt="2024-03-15T14:40:45.320" v="2309" actId="20577"/>
          <ac:spMkLst>
            <pc:docMk/>
            <pc:sldMk cId="1050786910" sldId="359"/>
            <ac:spMk id="13" creationId="{9945BBB7-F7CA-A0F9-D88C-76C875CF4BC6}"/>
          </ac:spMkLst>
        </pc:spChg>
        <pc:spChg chg="mod">
          <ac:chgData name="ניב קופולוביץ" userId="0206eb30-381d-44cb-b094-52bcb345d922" providerId="ADAL" clId="{C66B41C0-9CB2-4F78-ACE4-9001633B994C}" dt="2024-03-15T14:41:45.851" v="2339" actId="20577"/>
          <ac:spMkLst>
            <pc:docMk/>
            <pc:sldMk cId="1050786910" sldId="359"/>
            <ac:spMk id="19" creationId="{B876F0E9-2E3A-C9EB-6E26-68671A93ADA0}"/>
          </ac:spMkLst>
        </pc:spChg>
        <pc:spChg chg="mod">
          <ac:chgData name="ניב קופולוביץ" userId="0206eb30-381d-44cb-b094-52bcb345d922" providerId="ADAL" clId="{C66B41C0-9CB2-4F78-ACE4-9001633B994C}" dt="2024-03-15T14:42:44.594" v="2365" actId="1076"/>
          <ac:spMkLst>
            <pc:docMk/>
            <pc:sldMk cId="1050786910" sldId="359"/>
            <ac:spMk id="20" creationId="{16B07A42-8DE7-A621-D796-6CF78DED69D0}"/>
          </ac:spMkLst>
        </pc:spChg>
        <pc:spChg chg="mod">
          <ac:chgData name="ניב קופולוביץ" userId="0206eb30-381d-44cb-b094-52bcb345d922" providerId="ADAL" clId="{C66B41C0-9CB2-4F78-ACE4-9001633B994C}" dt="2024-03-15T14:42:58.016" v="2367" actId="207"/>
          <ac:spMkLst>
            <pc:docMk/>
            <pc:sldMk cId="1050786910" sldId="359"/>
            <ac:spMk id="21" creationId="{1A71DA47-72A2-D5E6-F3FB-7A60780DD4D8}"/>
          </ac:spMkLst>
        </pc:spChg>
      </pc:sldChg>
      <pc:sldChg chg="addSp delSp modSp add mod ord">
        <pc:chgData name="ניב קופולוביץ" userId="0206eb30-381d-44cb-b094-52bcb345d922" providerId="ADAL" clId="{C66B41C0-9CB2-4F78-ACE4-9001633B994C}" dt="2024-03-15T15:06:53.943" v="2795" actId="1036"/>
        <pc:sldMkLst>
          <pc:docMk/>
          <pc:sldMk cId="641519177" sldId="360"/>
        </pc:sldMkLst>
        <pc:spChg chg="add mod">
          <ac:chgData name="ניב קופולוביץ" userId="0206eb30-381d-44cb-b094-52bcb345d922" providerId="ADAL" clId="{C66B41C0-9CB2-4F78-ACE4-9001633B994C}" dt="2024-03-15T13:33:38.972" v="316" actId="1076"/>
          <ac:spMkLst>
            <pc:docMk/>
            <pc:sldMk cId="641519177" sldId="360"/>
            <ac:spMk id="2" creationId="{9449E98C-2BAF-DF62-48AF-345426062ED1}"/>
          </ac:spMkLst>
        </pc:spChg>
        <pc:spChg chg="add mod">
          <ac:chgData name="ניב קופולוביץ" userId="0206eb30-381d-44cb-b094-52bcb345d922" providerId="ADAL" clId="{C66B41C0-9CB2-4F78-ACE4-9001633B994C}" dt="2024-03-15T13:33:36.642" v="315" actId="1076"/>
          <ac:spMkLst>
            <pc:docMk/>
            <pc:sldMk cId="641519177" sldId="360"/>
            <ac:spMk id="3" creationId="{BE0D7D9D-568B-D8D7-18A1-A22DDE6CAA5F}"/>
          </ac:spMkLst>
        </pc:spChg>
        <pc:spChg chg="add mod">
          <ac:chgData name="ניב קופולוביץ" userId="0206eb30-381d-44cb-b094-52bcb345d922" providerId="ADAL" clId="{C66B41C0-9CB2-4F78-ACE4-9001633B994C}" dt="2024-03-15T13:32:29.047" v="302" actId="108"/>
          <ac:spMkLst>
            <pc:docMk/>
            <pc:sldMk cId="641519177" sldId="360"/>
            <ac:spMk id="4" creationId="{13111645-0AF2-8D9E-485E-E318A14D7E49}"/>
          </ac:spMkLst>
        </pc:spChg>
        <pc:spChg chg="mod">
          <ac:chgData name="ניב קופולוביץ" userId="0206eb30-381d-44cb-b094-52bcb345d922" providerId="ADAL" clId="{C66B41C0-9CB2-4F78-ACE4-9001633B994C}" dt="2024-03-15T15:06:53.943" v="2795" actId="1036"/>
          <ac:spMkLst>
            <pc:docMk/>
            <pc:sldMk cId="641519177" sldId="360"/>
            <ac:spMk id="5" creationId="{89A865EE-3620-A379-1EB9-D83434242F96}"/>
          </ac:spMkLst>
        </pc:spChg>
        <pc:spChg chg="add mod">
          <ac:chgData name="ניב קופולוביץ" userId="0206eb30-381d-44cb-b094-52bcb345d922" providerId="ADAL" clId="{C66B41C0-9CB2-4F78-ACE4-9001633B994C}" dt="2024-03-15T13:35:32.685" v="325" actId="14100"/>
          <ac:spMkLst>
            <pc:docMk/>
            <pc:sldMk cId="641519177" sldId="360"/>
            <ac:spMk id="7" creationId="{167EF854-D36A-BA2C-740E-911165456498}"/>
          </ac:spMkLst>
        </pc:spChg>
        <pc:spChg chg="mod">
          <ac:chgData name="ניב קופולוביץ" userId="0206eb30-381d-44cb-b094-52bcb345d922" providerId="ADAL" clId="{C66B41C0-9CB2-4F78-ACE4-9001633B994C}" dt="2024-03-15T13:35:55.327" v="334" actId="14100"/>
          <ac:spMkLst>
            <pc:docMk/>
            <pc:sldMk cId="641519177" sldId="360"/>
            <ac:spMk id="9" creationId="{3D198235-B3EC-4400-6030-699492EF7A5D}"/>
          </ac:spMkLst>
        </pc:spChg>
        <pc:spChg chg="mod">
          <ac:chgData name="ניב קופולוביץ" userId="0206eb30-381d-44cb-b094-52bcb345d922" providerId="ADAL" clId="{C66B41C0-9CB2-4F78-ACE4-9001633B994C}" dt="2024-03-15T13:30:59.683" v="253" actId="21"/>
          <ac:spMkLst>
            <pc:docMk/>
            <pc:sldMk cId="641519177" sldId="360"/>
            <ac:spMk id="12" creationId="{97E42D0B-B01D-1CDF-BF7A-5B5A8B40AE55}"/>
          </ac:spMkLst>
        </pc:spChg>
        <pc:picChg chg="del">
          <ac:chgData name="ניב קופולוביץ" userId="0206eb30-381d-44cb-b094-52bcb345d922" providerId="ADAL" clId="{C66B41C0-9CB2-4F78-ACE4-9001633B994C}" dt="2024-03-15T13:12:49.463" v="122" actId="478"/>
          <ac:picMkLst>
            <pc:docMk/>
            <pc:sldMk cId="641519177" sldId="360"/>
            <ac:picMk id="6" creationId="{0CD943DF-8AF2-719A-982E-B520BDCFFCFB}"/>
          </ac:picMkLst>
        </pc:picChg>
        <pc:picChg chg="add mod">
          <ac:chgData name="ניב קופולוביץ" userId="0206eb30-381d-44cb-b094-52bcb345d922" providerId="ADAL" clId="{C66B41C0-9CB2-4F78-ACE4-9001633B994C}" dt="2024-03-15T13:22:26.377" v="203" actId="1076"/>
          <ac:picMkLst>
            <pc:docMk/>
            <pc:sldMk cId="641519177" sldId="360"/>
            <ac:picMk id="2050" creationId="{F7D75B93-C28D-7258-862E-58F9E4FA6D33}"/>
          </ac:picMkLst>
        </pc:picChg>
        <pc:picChg chg="add mod">
          <ac:chgData name="ניב קופולוביץ" userId="0206eb30-381d-44cb-b094-52bcb345d922" providerId="ADAL" clId="{C66B41C0-9CB2-4F78-ACE4-9001633B994C}" dt="2024-03-15T13:32:00.402" v="297" actId="1076"/>
          <ac:picMkLst>
            <pc:docMk/>
            <pc:sldMk cId="641519177" sldId="360"/>
            <ac:picMk id="2052" creationId="{BADAECA1-8428-0E80-F9EA-2594DB6316B9}"/>
          </ac:picMkLst>
        </pc:picChg>
      </pc:sldChg>
      <pc:sldChg chg="addSp delSp modSp add del mod">
        <pc:chgData name="ניב קופולוביץ" userId="0206eb30-381d-44cb-b094-52bcb345d922" providerId="ADAL" clId="{C66B41C0-9CB2-4F78-ACE4-9001633B994C}" dt="2024-03-15T14:20:13.852" v="1834" actId="2696"/>
        <pc:sldMkLst>
          <pc:docMk/>
          <pc:sldMk cId="3331619166" sldId="361"/>
        </pc:sldMkLst>
        <pc:picChg chg="add del mod">
          <ac:chgData name="ניב קופולוביץ" userId="0206eb30-381d-44cb-b094-52bcb345d922" providerId="ADAL" clId="{C66B41C0-9CB2-4F78-ACE4-9001633B994C}" dt="2024-03-15T14:19:04.964" v="1803" actId="478"/>
          <ac:picMkLst>
            <pc:docMk/>
            <pc:sldMk cId="3331619166" sldId="361"/>
            <ac:picMk id="3" creationId="{37203A58-6D36-1D07-9112-7FA4590BC3F1}"/>
          </ac:picMkLst>
        </pc:picChg>
        <pc:picChg chg="add del mod">
          <ac:chgData name="ניב קופולוביץ" userId="0206eb30-381d-44cb-b094-52bcb345d922" providerId="ADAL" clId="{C66B41C0-9CB2-4F78-ACE4-9001633B994C}" dt="2024-03-15T14:19:05.523" v="1804" actId="478"/>
          <ac:picMkLst>
            <pc:docMk/>
            <pc:sldMk cId="3331619166" sldId="361"/>
            <ac:picMk id="5" creationId="{55857A7B-5F41-100D-2E9A-89907188735C}"/>
          </ac:picMkLst>
        </pc:picChg>
        <pc:picChg chg="del">
          <ac:chgData name="ניב קופולוביץ" userId="0206eb30-381d-44cb-b094-52bcb345d922" providerId="ADAL" clId="{C66B41C0-9CB2-4F78-ACE4-9001633B994C}" dt="2024-03-15T10:19:45.481" v="35" actId="478"/>
          <ac:picMkLst>
            <pc:docMk/>
            <pc:sldMk cId="3331619166" sldId="361"/>
            <ac:picMk id="15" creationId="{077ECAF0-5142-66E4-4060-9F448CBBC67A}"/>
          </ac:picMkLst>
        </pc:picChg>
      </pc:sldChg>
      <pc:sldChg chg="addSp delSp modSp add del mod">
        <pc:chgData name="ניב קופולוביץ" userId="0206eb30-381d-44cb-b094-52bcb345d922" providerId="ADAL" clId="{C66B41C0-9CB2-4F78-ACE4-9001633B994C}" dt="2024-03-15T14:20:15.877" v="1835" actId="2696"/>
        <pc:sldMkLst>
          <pc:docMk/>
          <pc:sldMk cId="790277739" sldId="362"/>
        </pc:sldMkLst>
        <pc:picChg chg="del">
          <ac:chgData name="ניב קופולוביץ" userId="0206eb30-381d-44cb-b094-52bcb345d922" providerId="ADAL" clId="{C66B41C0-9CB2-4F78-ACE4-9001633B994C}" dt="2024-03-15T12:09:49.087" v="58" actId="478"/>
          <ac:picMkLst>
            <pc:docMk/>
            <pc:sldMk cId="790277739" sldId="362"/>
            <ac:picMk id="3" creationId="{37203A58-6D36-1D07-9112-7FA4590BC3F1}"/>
          </ac:picMkLst>
        </pc:picChg>
        <pc:picChg chg="add del mod">
          <ac:chgData name="ניב קופולוביץ" userId="0206eb30-381d-44cb-b094-52bcb345d922" providerId="ADAL" clId="{C66B41C0-9CB2-4F78-ACE4-9001633B994C}" dt="2024-03-15T14:19:06.966" v="1805" actId="478"/>
          <ac:picMkLst>
            <pc:docMk/>
            <pc:sldMk cId="790277739" sldId="362"/>
            <ac:picMk id="4" creationId="{0132FEFC-CBAB-493C-587C-0C3CDF93C093}"/>
          </ac:picMkLst>
        </pc:picChg>
        <pc:picChg chg="del">
          <ac:chgData name="ניב קופולוביץ" userId="0206eb30-381d-44cb-b094-52bcb345d922" providerId="ADAL" clId="{C66B41C0-9CB2-4F78-ACE4-9001633B994C}" dt="2024-03-15T12:09:49.087" v="58" actId="478"/>
          <ac:picMkLst>
            <pc:docMk/>
            <pc:sldMk cId="790277739" sldId="362"/>
            <ac:picMk id="5" creationId="{55857A7B-5F41-100D-2E9A-89907188735C}"/>
          </ac:picMkLst>
        </pc:picChg>
      </pc:sldChg>
      <pc:sldChg chg="modSp add mod">
        <pc:chgData name="ניב קופולוביץ" userId="0206eb30-381d-44cb-b094-52bcb345d922" providerId="ADAL" clId="{C66B41C0-9CB2-4F78-ACE4-9001633B994C}" dt="2024-03-15T14:44:09.254" v="2391" actId="2711"/>
        <pc:sldMkLst>
          <pc:docMk/>
          <pc:sldMk cId="389340579" sldId="363"/>
        </pc:sldMkLst>
        <pc:spChg chg="mod">
          <ac:chgData name="ניב קופולוביץ" userId="0206eb30-381d-44cb-b094-52bcb345d922" providerId="ADAL" clId="{C66B41C0-9CB2-4F78-ACE4-9001633B994C}" dt="2024-03-15T14:35:40.353" v="2184" actId="20577"/>
          <ac:spMkLst>
            <pc:docMk/>
            <pc:sldMk cId="389340579" sldId="363"/>
            <ac:spMk id="5" creationId="{89A865EE-3620-A379-1EB9-D83434242F96}"/>
          </ac:spMkLst>
        </pc:spChg>
        <pc:spChg chg="mod">
          <ac:chgData name="ניב קופולוביץ" userId="0206eb30-381d-44cb-b094-52bcb345d922" providerId="ADAL" clId="{C66B41C0-9CB2-4F78-ACE4-9001633B994C}" dt="2024-03-15T14:44:09.254" v="2391" actId="2711"/>
          <ac:spMkLst>
            <pc:docMk/>
            <pc:sldMk cId="389340579" sldId="363"/>
            <ac:spMk id="12" creationId="{97E42D0B-B01D-1CDF-BF7A-5B5A8B40AE55}"/>
          </ac:spMkLst>
        </pc:spChg>
      </pc:sldChg>
      <pc:sldChg chg="addSp delSp modSp add mod">
        <pc:chgData name="ניב קופולוביץ" userId="0206eb30-381d-44cb-b094-52bcb345d922" providerId="ADAL" clId="{C66B41C0-9CB2-4F78-ACE4-9001633B994C}" dt="2024-03-15T14:44:21.974" v="2393" actId="2711"/>
        <pc:sldMkLst>
          <pc:docMk/>
          <pc:sldMk cId="1877489083" sldId="364"/>
        </pc:sldMkLst>
        <pc:spChg chg="del">
          <ac:chgData name="ניב קופולוביץ" userId="0206eb30-381d-44cb-b094-52bcb345d922" providerId="ADAL" clId="{C66B41C0-9CB2-4F78-ACE4-9001633B994C}" dt="2024-03-15T13:38:33.103" v="373" actId="478"/>
          <ac:spMkLst>
            <pc:docMk/>
            <pc:sldMk cId="1877489083" sldId="364"/>
            <ac:spMk id="2" creationId="{9449E98C-2BAF-DF62-48AF-345426062ED1}"/>
          </ac:spMkLst>
        </pc:spChg>
        <pc:spChg chg="mod">
          <ac:chgData name="ניב קופולוביץ" userId="0206eb30-381d-44cb-b094-52bcb345d922" providerId="ADAL" clId="{C66B41C0-9CB2-4F78-ACE4-9001633B994C}" dt="2024-03-15T13:51:14.511" v="455" actId="14100"/>
          <ac:spMkLst>
            <pc:docMk/>
            <pc:sldMk cId="1877489083" sldId="364"/>
            <ac:spMk id="3" creationId="{BE0D7D9D-568B-D8D7-18A1-A22DDE6CAA5F}"/>
          </ac:spMkLst>
        </pc:spChg>
        <pc:spChg chg="del">
          <ac:chgData name="ניב קופולוביץ" userId="0206eb30-381d-44cb-b094-52bcb345d922" providerId="ADAL" clId="{C66B41C0-9CB2-4F78-ACE4-9001633B994C}" dt="2024-03-15T13:47:51.951" v="414" actId="478"/>
          <ac:spMkLst>
            <pc:docMk/>
            <pc:sldMk cId="1877489083" sldId="364"/>
            <ac:spMk id="4" creationId="{13111645-0AF2-8D9E-485E-E318A14D7E49}"/>
          </ac:spMkLst>
        </pc:spChg>
        <pc:spChg chg="del">
          <ac:chgData name="ניב קופולוביץ" userId="0206eb30-381d-44cb-b094-52bcb345d922" providerId="ADAL" clId="{C66B41C0-9CB2-4F78-ACE4-9001633B994C}" dt="2024-03-15T13:47:51.951" v="414" actId="478"/>
          <ac:spMkLst>
            <pc:docMk/>
            <pc:sldMk cId="1877489083" sldId="364"/>
            <ac:spMk id="5" creationId="{89A865EE-3620-A379-1EB9-D83434242F96}"/>
          </ac:spMkLst>
        </pc:spChg>
        <pc:spChg chg="add mod">
          <ac:chgData name="ניב קופולוביץ" userId="0206eb30-381d-44cb-b094-52bcb345d922" providerId="ADAL" clId="{C66B41C0-9CB2-4F78-ACE4-9001633B994C}" dt="2024-03-15T14:44:21.974" v="2393" actId="2711"/>
          <ac:spMkLst>
            <pc:docMk/>
            <pc:sldMk cId="1877489083" sldId="364"/>
            <ac:spMk id="6" creationId="{6FE813EE-D2FC-8133-6671-E74DA1E2C911}"/>
          </ac:spMkLst>
        </pc:spChg>
        <pc:spChg chg="del">
          <ac:chgData name="ניב קופולוביץ" userId="0206eb30-381d-44cb-b094-52bcb345d922" providerId="ADAL" clId="{C66B41C0-9CB2-4F78-ACE4-9001633B994C}" dt="2024-03-15T13:45:08.188" v="385" actId="478"/>
          <ac:spMkLst>
            <pc:docMk/>
            <pc:sldMk cId="1877489083" sldId="364"/>
            <ac:spMk id="7" creationId="{167EF854-D36A-BA2C-740E-911165456498}"/>
          </ac:spMkLst>
        </pc:spChg>
        <pc:spChg chg="add mod">
          <ac:chgData name="ניב קופולוביץ" userId="0206eb30-381d-44cb-b094-52bcb345d922" providerId="ADAL" clId="{C66B41C0-9CB2-4F78-ACE4-9001633B994C}" dt="2024-03-15T13:52:34.642" v="527" actId="14100"/>
          <ac:spMkLst>
            <pc:docMk/>
            <pc:sldMk cId="1877489083" sldId="364"/>
            <ac:spMk id="8" creationId="{FA48FB39-6864-FF7E-8A77-6F47166A2819}"/>
          </ac:spMkLst>
        </pc:spChg>
        <pc:spChg chg="mod">
          <ac:chgData name="ניב קופולוביץ" userId="0206eb30-381d-44cb-b094-52bcb345d922" providerId="ADAL" clId="{C66B41C0-9CB2-4F78-ACE4-9001633B994C}" dt="2024-03-15T13:36:45.006" v="370" actId="14100"/>
          <ac:spMkLst>
            <pc:docMk/>
            <pc:sldMk cId="1877489083" sldId="364"/>
            <ac:spMk id="9" creationId="{3D198235-B3EC-4400-6030-699492EF7A5D}"/>
          </ac:spMkLst>
        </pc:spChg>
        <pc:spChg chg="add mod">
          <ac:chgData name="ניב קופולוביץ" userId="0206eb30-381d-44cb-b094-52bcb345d922" providerId="ADAL" clId="{C66B41C0-9CB2-4F78-ACE4-9001633B994C}" dt="2024-03-15T14:00:54.500" v="833" actId="20577"/>
          <ac:spMkLst>
            <pc:docMk/>
            <pc:sldMk cId="1877489083" sldId="364"/>
            <ac:spMk id="10" creationId="{5A15D690-455F-8DB9-07E2-8B1ADC735C2B}"/>
          </ac:spMkLst>
        </pc:spChg>
        <pc:spChg chg="del mod">
          <ac:chgData name="ניב קופולוביץ" userId="0206eb30-381d-44cb-b094-52bcb345d922" providerId="ADAL" clId="{C66B41C0-9CB2-4F78-ACE4-9001633B994C}" dt="2024-03-15T13:47:58.048" v="417" actId="478"/>
          <ac:spMkLst>
            <pc:docMk/>
            <pc:sldMk cId="1877489083" sldId="364"/>
            <ac:spMk id="12" creationId="{97E42D0B-B01D-1CDF-BF7A-5B5A8B40AE55}"/>
          </ac:spMkLst>
        </pc:spChg>
        <pc:picChg chg="del">
          <ac:chgData name="ניב קופולוביץ" userId="0206eb30-381d-44cb-b094-52bcb345d922" providerId="ADAL" clId="{C66B41C0-9CB2-4F78-ACE4-9001633B994C}" dt="2024-03-15T13:47:51.951" v="414" actId="478"/>
          <ac:picMkLst>
            <pc:docMk/>
            <pc:sldMk cId="1877489083" sldId="364"/>
            <ac:picMk id="2050" creationId="{F7D75B93-C28D-7258-862E-58F9E4FA6D33}"/>
          </ac:picMkLst>
        </pc:picChg>
        <pc:picChg chg="del">
          <ac:chgData name="ניב קופולוביץ" userId="0206eb30-381d-44cb-b094-52bcb345d922" providerId="ADAL" clId="{C66B41C0-9CB2-4F78-ACE4-9001633B994C}" dt="2024-03-15T13:47:51.951" v="414" actId="478"/>
          <ac:picMkLst>
            <pc:docMk/>
            <pc:sldMk cId="1877489083" sldId="364"/>
            <ac:picMk id="2052" creationId="{BADAECA1-8428-0E80-F9EA-2594DB6316B9}"/>
          </ac:picMkLst>
        </pc:picChg>
        <pc:picChg chg="add del mod">
          <ac:chgData name="ניב קופולוביץ" userId="0206eb30-381d-44cb-b094-52bcb345d922" providerId="ADAL" clId="{C66B41C0-9CB2-4F78-ACE4-9001633B994C}" dt="2024-03-15T13:50:39.603" v="444" actId="478"/>
          <ac:picMkLst>
            <pc:docMk/>
            <pc:sldMk cId="1877489083" sldId="364"/>
            <ac:picMk id="3074" creationId="{6924253E-16F7-92DD-A2F8-3FA6225227D9}"/>
          </ac:picMkLst>
        </pc:picChg>
        <pc:picChg chg="add del mod">
          <ac:chgData name="ניב קופולוביץ" userId="0206eb30-381d-44cb-b094-52bcb345d922" providerId="ADAL" clId="{C66B41C0-9CB2-4F78-ACE4-9001633B994C}" dt="2024-03-15T13:50:40.052" v="445" actId="478"/>
          <ac:picMkLst>
            <pc:docMk/>
            <pc:sldMk cId="1877489083" sldId="364"/>
            <ac:picMk id="3076" creationId="{533E183C-A5A2-2EBB-78D3-F5625586C346}"/>
          </ac:picMkLst>
        </pc:picChg>
        <pc:picChg chg="add mod">
          <ac:chgData name="ניב קופולוביץ" userId="0206eb30-381d-44cb-b094-52bcb345d922" providerId="ADAL" clId="{C66B41C0-9CB2-4F78-ACE4-9001633B994C}" dt="2024-03-15T13:53:01.910" v="539" actId="1076"/>
          <ac:picMkLst>
            <pc:docMk/>
            <pc:sldMk cId="1877489083" sldId="364"/>
            <ac:picMk id="3078" creationId="{16005423-189C-6D91-0B80-2C0961B0F179}"/>
          </ac:picMkLst>
        </pc:picChg>
        <pc:picChg chg="add mod">
          <ac:chgData name="ניב קופולוביץ" userId="0206eb30-381d-44cb-b094-52bcb345d922" providerId="ADAL" clId="{C66B41C0-9CB2-4F78-ACE4-9001633B994C}" dt="2024-03-15T13:53:01.910" v="539" actId="1076"/>
          <ac:picMkLst>
            <pc:docMk/>
            <pc:sldMk cId="1877489083" sldId="364"/>
            <ac:picMk id="3080" creationId="{56124DA9-7FCE-C6FF-23E3-2EA2F53756E0}"/>
          </ac:picMkLst>
        </pc:picChg>
      </pc:sldChg>
      <pc:sldChg chg="addSp delSp modSp add mod">
        <pc:chgData name="ניב קופולוביץ" userId="0206eb30-381d-44cb-b094-52bcb345d922" providerId="ADAL" clId="{C66B41C0-9CB2-4F78-ACE4-9001633B994C}" dt="2024-03-15T15:07:14.170" v="2799" actId="6549"/>
        <pc:sldMkLst>
          <pc:docMk/>
          <pc:sldMk cId="346054347" sldId="365"/>
        </pc:sldMkLst>
        <pc:spChg chg="add mod">
          <ac:chgData name="ניב קופולוביץ" userId="0206eb30-381d-44cb-b094-52bcb345d922" providerId="ADAL" clId="{C66B41C0-9CB2-4F78-ACE4-9001633B994C}" dt="2024-03-15T15:07:14.170" v="2799" actId="6549"/>
          <ac:spMkLst>
            <pc:docMk/>
            <pc:sldMk cId="346054347" sldId="365"/>
            <ac:spMk id="2" creationId="{D91C4030-A27D-84AC-FF40-279654274751}"/>
          </ac:spMkLst>
        </pc:spChg>
        <pc:spChg chg="del">
          <ac:chgData name="ניב קופולוביץ" userId="0206eb30-381d-44cb-b094-52bcb345d922" providerId="ADAL" clId="{C66B41C0-9CB2-4F78-ACE4-9001633B994C}" dt="2024-03-15T13:47:55.726" v="416" actId="478"/>
          <ac:spMkLst>
            <pc:docMk/>
            <pc:sldMk cId="346054347" sldId="365"/>
            <ac:spMk id="3" creationId="{BE0D7D9D-568B-D8D7-18A1-A22DDE6CAA5F}"/>
          </ac:spMkLst>
        </pc:spChg>
        <pc:spChg chg="add mod">
          <ac:chgData name="ניב קופולוביץ" userId="0206eb30-381d-44cb-b094-52bcb345d922" providerId="ADAL" clId="{C66B41C0-9CB2-4F78-ACE4-9001633B994C}" dt="2024-03-15T14:17:37.942" v="1760" actId="1035"/>
          <ac:spMkLst>
            <pc:docMk/>
            <pc:sldMk cId="346054347" sldId="365"/>
            <ac:spMk id="11" creationId="{1280F14C-17F5-E28A-1D9C-105DB2F1B5DB}"/>
          </ac:spMkLst>
        </pc:spChg>
        <pc:spChg chg="del">
          <ac:chgData name="ניב קופולוביץ" userId="0206eb30-381d-44cb-b094-52bcb345d922" providerId="ADAL" clId="{C66B41C0-9CB2-4F78-ACE4-9001633B994C}" dt="2024-03-15T13:56:43.343" v="680" actId="478"/>
          <ac:spMkLst>
            <pc:docMk/>
            <pc:sldMk cId="346054347" sldId="365"/>
            <ac:spMk id="12" creationId="{97E42D0B-B01D-1CDF-BF7A-5B5A8B40AE55}"/>
          </ac:spMkLst>
        </pc:spChg>
        <pc:spChg chg="add mod">
          <ac:chgData name="ניב קופולוביץ" userId="0206eb30-381d-44cb-b094-52bcb345d922" providerId="ADAL" clId="{C66B41C0-9CB2-4F78-ACE4-9001633B994C}" dt="2024-03-15T14:18:11.269" v="1784" actId="20577"/>
          <ac:spMkLst>
            <pc:docMk/>
            <pc:sldMk cId="346054347" sldId="365"/>
            <ac:spMk id="13" creationId="{728B032A-E187-20B3-1357-C37A2FB9D5DB}"/>
          </ac:spMkLst>
        </pc:spChg>
        <pc:spChg chg="add mod">
          <ac:chgData name="ניב קופולוביץ" userId="0206eb30-381d-44cb-b094-52bcb345d922" providerId="ADAL" clId="{C66B41C0-9CB2-4F78-ACE4-9001633B994C}" dt="2024-03-15T14:18:40.810" v="1800" actId="1076"/>
          <ac:spMkLst>
            <pc:docMk/>
            <pc:sldMk cId="346054347" sldId="365"/>
            <ac:spMk id="14" creationId="{7BD764F8-AD74-A4FD-6AD4-87AD7D11757C}"/>
          </ac:spMkLst>
        </pc:spChg>
        <pc:picChg chg="add mod">
          <ac:chgData name="ניב קופולוביץ" userId="0206eb30-381d-44cb-b094-52bcb345d922" providerId="ADAL" clId="{C66B41C0-9CB2-4F78-ACE4-9001633B994C}" dt="2024-03-15T14:16:50.854" v="1719" actId="1076"/>
          <ac:picMkLst>
            <pc:docMk/>
            <pc:sldMk cId="346054347" sldId="365"/>
            <ac:picMk id="5" creationId="{E8A6A326-CBF4-3B29-0876-F1DB6DBDE157}"/>
          </ac:picMkLst>
        </pc:picChg>
        <pc:picChg chg="add mod">
          <ac:chgData name="ניב קופולוביץ" userId="0206eb30-381d-44cb-b094-52bcb345d922" providerId="ADAL" clId="{C66B41C0-9CB2-4F78-ACE4-9001633B994C}" dt="2024-03-15T14:16:50.854" v="1719" actId="1076"/>
          <ac:picMkLst>
            <pc:docMk/>
            <pc:sldMk cId="346054347" sldId="365"/>
            <ac:picMk id="7" creationId="{D11D0830-21C4-3568-7C00-4FCA9CABA4C7}"/>
          </ac:picMkLst>
        </pc:picChg>
        <pc:picChg chg="add mod">
          <ac:chgData name="ניב קופולוביץ" userId="0206eb30-381d-44cb-b094-52bcb345d922" providerId="ADAL" clId="{C66B41C0-9CB2-4F78-ACE4-9001633B994C}" dt="2024-03-15T14:16:50.854" v="1719" actId="1076"/>
          <ac:picMkLst>
            <pc:docMk/>
            <pc:sldMk cId="346054347" sldId="365"/>
            <ac:picMk id="10" creationId="{19F81FFF-672E-0121-18F2-1DC6E820A75F}"/>
          </ac:picMkLst>
        </pc:picChg>
      </pc:sldChg>
      <pc:sldChg chg="addSp modSp add mod">
        <pc:chgData name="ניב קופולוביץ" userId="0206eb30-381d-44cb-b094-52bcb345d922" providerId="ADAL" clId="{C66B41C0-9CB2-4F78-ACE4-9001633B994C}" dt="2024-03-15T14:30:12.910" v="2011" actId="1076"/>
        <pc:sldMkLst>
          <pc:docMk/>
          <pc:sldMk cId="3954197808" sldId="366"/>
        </pc:sldMkLst>
        <pc:spChg chg="mod">
          <ac:chgData name="ניב קופולוביץ" userId="0206eb30-381d-44cb-b094-52bcb345d922" providerId="ADAL" clId="{C66B41C0-9CB2-4F78-ACE4-9001633B994C}" dt="2024-03-15T14:29:53.835" v="2004" actId="14100"/>
          <ac:spMkLst>
            <pc:docMk/>
            <pc:sldMk cId="3954197808" sldId="366"/>
            <ac:spMk id="9" creationId="{3D198235-B3EC-4400-6030-699492EF7A5D}"/>
          </ac:spMkLst>
        </pc:spChg>
        <pc:picChg chg="add mod">
          <ac:chgData name="ניב קופולוביץ" userId="0206eb30-381d-44cb-b094-52bcb345d922" providerId="ADAL" clId="{C66B41C0-9CB2-4F78-ACE4-9001633B994C}" dt="2024-03-15T14:30:12.910" v="2011" actId="1076"/>
          <ac:picMkLst>
            <pc:docMk/>
            <pc:sldMk cId="3954197808" sldId="366"/>
            <ac:picMk id="3" creationId="{505BEA7B-A82C-6D8B-B7A5-F76A69EF3E37}"/>
          </ac:picMkLst>
        </pc:picChg>
      </pc:sldChg>
      <pc:sldChg chg="addSp modSp add mod">
        <pc:chgData name="ניב קופולוביץ" userId="0206eb30-381d-44cb-b094-52bcb345d922" providerId="ADAL" clId="{C66B41C0-9CB2-4F78-ACE4-9001633B994C}" dt="2024-03-15T14:32:42.674" v="2052" actId="14100"/>
        <pc:sldMkLst>
          <pc:docMk/>
          <pc:sldMk cId="2218610389" sldId="367"/>
        </pc:sldMkLst>
        <pc:spChg chg="mod">
          <ac:chgData name="ניב קופולוביץ" userId="0206eb30-381d-44cb-b094-52bcb345d922" providerId="ADAL" clId="{C66B41C0-9CB2-4F78-ACE4-9001633B994C}" dt="2024-03-15T14:32:20.880" v="2044" actId="14100"/>
          <ac:spMkLst>
            <pc:docMk/>
            <pc:sldMk cId="2218610389" sldId="367"/>
            <ac:spMk id="9" creationId="{3D198235-B3EC-4400-6030-699492EF7A5D}"/>
          </ac:spMkLst>
        </pc:spChg>
        <pc:picChg chg="add mod">
          <ac:chgData name="ניב קופולוביץ" userId="0206eb30-381d-44cb-b094-52bcb345d922" providerId="ADAL" clId="{C66B41C0-9CB2-4F78-ACE4-9001633B994C}" dt="2024-03-15T14:32:42.674" v="2052" actId="14100"/>
          <ac:picMkLst>
            <pc:docMk/>
            <pc:sldMk cId="2218610389" sldId="367"/>
            <ac:picMk id="3" creationId="{2CF9C717-1817-907D-08E3-746DE5080E34}"/>
          </ac:picMkLst>
        </pc:picChg>
      </pc:sldChg>
      <pc:sldChg chg="addSp modSp add mod">
        <pc:chgData name="ניב קופולוביץ" userId="0206eb30-381d-44cb-b094-52bcb345d922" providerId="ADAL" clId="{C66B41C0-9CB2-4F78-ACE4-9001633B994C}" dt="2024-03-15T14:30:54.563" v="2035" actId="1076"/>
        <pc:sldMkLst>
          <pc:docMk/>
          <pc:sldMk cId="3061714347" sldId="368"/>
        </pc:sldMkLst>
        <pc:spChg chg="mod">
          <ac:chgData name="ניב קופולוביץ" userId="0206eb30-381d-44cb-b094-52bcb345d922" providerId="ADAL" clId="{C66B41C0-9CB2-4F78-ACE4-9001633B994C}" dt="2024-03-15T14:30:36.049" v="2028" actId="14100"/>
          <ac:spMkLst>
            <pc:docMk/>
            <pc:sldMk cId="3061714347" sldId="368"/>
            <ac:spMk id="9" creationId="{3D198235-B3EC-4400-6030-699492EF7A5D}"/>
          </ac:spMkLst>
        </pc:spChg>
        <pc:picChg chg="add mod">
          <ac:chgData name="ניב קופולוביץ" userId="0206eb30-381d-44cb-b094-52bcb345d922" providerId="ADAL" clId="{C66B41C0-9CB2-4F78-ACE4-9001633B994C}" dt="2024-03-15T14:30:54.563" v="2035" actId="1076"/>
          <ac:picMkLst>
            <pc:docMk/>
            <pc:sldMk cId="3061714347" sldId="368"/>
            <ac:picMk id="3" creationId="{F5037DD7-97E3-59A6-A3D4-C26F48300AA0}"/>
          </ac:picMkLst>
        </pc:picChg>
      </pc:sldChg>
      <pc:sldChg chg="addSp delSp modSp add mod ord">
        <pc:chgData name="ניב קופולוביץ" userId="0206eb30-381d-44cb-b094-52bcb345d922" providerId="ADAL" clId="{C66B41C0-9CB2-4F78-ACE4-9001633B994C}" dt="2024-03-16T18:13:31.218" v="2858" actId="1076"/>
        <pc:sldMkLst>
          <pc:docMk/>
          <pc:sldMk cId="3987598273" sldId="369"/>
        </pc:sldMkLst>
        <pc:spChg chg="add del mod">
          <ac:chgData name="ניב קופולוביץ" userId="0206eb30-381d-44cb-b094-52bcb345d922" providerId="ADAL" clId="{C66B41C0-9CB2-4F78-ACE4-9001633B994C}" dt="2024-03-16T18:13:25.863" v="2854" actId="478"/>
          <ac:spMkLst>
            <pc:docMk/>
            <pc:sldMk cId="3987598273" sldId="369"/>
            <ac:spMk id="4" creationId="{C9AA1F68-74E4-1689-7EE9-6C5385AEA970}"/>
          </ac:spMkLst>
        </pc:spChg>
        <pc:spChg chg="add del mod">
          <ac:chgData name="ניב קופולוביץ" userId="0206eb30-381d-44cb-b094-52bcb345d922" providerId="ADAL" clId="{C66B41C0-9CB2-4F78-ACE4-9001633B994C}" dt="2024-03-16T18:13:27.230" v="2855" actId="478"/>
          <ac:spMkLst>
            <pc:docMk/>
            <pc:sldMk cId="3987598273" sldId="369"/>
            <ac:spMk id="5" creationId="{BE3AABF7-AFCB-B442-8019-9348AC3370CD}"/>
          </ac:spMkLst>
        </pc:spChg>
        <pc:spChg chg="mod">
          <ac:chgData name="ניב קופולוביץ" userId="0206eb30-381d-44cb-b094-52bcb345d922" providerId="ADAL" clId="{C66B41C0-9CB2-4F78-ACE4-9001633B994C}" dt="2024-03-16T18:13:24.337" v="2852" actId="20577"/>
          <ac:spMkLst>
            <pc:docMk/>
            <pc:sldMk cId="3987598273" sldId="369"/>
            <ac:spMk id="9" creationId="{3D198235-B3EC-4400-6030-699492EF7A5D}"/>
          </ac:spMkLst>
        </pc:spChg>
        <pc:picChg chg="add del mod">
          <ac:chgData name="ניב קופולוביץ" userId="0206eb30-381d-44cb-b094-52bcb345d922" providerId="ADAL" clId="{C66B41C0-9CB2-4F78-ACE4-9001633B994C}" dt="2024-03-16T18:13:25.275" v="2853" actId="478"/>
          <ac:picMkLst>
            <pc:docMk/>
            <pc:sldMk cId="3987598273" sldId="369"/>
            <ac:picMk id="3" creationId="{F96D1BC3-FF42-49E6-6963-7E12D86981C9}"/>
          </ac:picMkLst>
        </pc:picChg>
        <pc:picChg chg="add mod">
          <ac:chgData name="ניב קופולוביץ" userId="0206eb30-381d-44cb-b094-52bcb345d922" providerId="ADAL" clId="{C66B41C0-9CB2-4F78-ACE4-9001633B994C}" dt="2024-03-16T18:13:31.218" v="2858" actId="1076"/>
          <ac:picMkLst>
            <pc:docMk/>
            <pc:sldMk cId="3987598273" sldId="369"/>
            <ac:picMk id="7" creationId="{A47E0655-DEEE-662B-48D1-838F863642A2}"/>
          </ac:picMkLst>
        </pc:picChg>
      </pc:sldChg>
      <pc:sldChg chg="addSp delSp modSp add mod ord">
        <pc:chgData name="ניב קופולוביץ" userId="0206eb30-381d-44cb-b094-52bcb345d922" providerId="ADAL" clId="{C66B41C0-9CB2-4F78-ACE4-9001633B994C}" dt="2024-03-15T14:34:42.141" v="2153" actId="20577"/>
        <pc:sldMkLst>
          <pc:docMk/>
          <pc:sldMk cId="53812665" sldId="370"/>
        </pc:sldMkLst>
        <pc:spChg chg="add mod">
          <ac:chgData name="ניב קופולוביץ" userId="0206eb30-381d-44cb-b094-52bcb345d922" providerId="ADAL" clId="{C66B41C0-9CB2-4F78-ACE4-9001633B994C}" dt="2024-03-15T14:34:40.813" v="2152" actId="20577"/>
          <ac:spMkLst>
            <pc:docMk/>
            <pc:sldMk cId="53812665" sldId="370"/>
            <ac:spMk id="2" creationId="{2E5A8AF4-2EE5-E22D-D22E-437B45714D7A}"/>
          </ac:spMkLst>
        </pc:spChg>
        <pc:spChg chg="add mod">
          <ac:chgData name="ניב קופולוביץ" userId="0206eb30-381d-44cb-b094-52bcb345d922" providerId="ADAL" clId="{C66B41C0-9CB2-4F78-ACE4-9001633B994C}" dt="2024-03-15T14:34:42.141" v="2153" actId="20577"/>
          <ac:spMkLst>
            <pc:docMk/>
            <pc:sldMk cId="53812665" sldId="370"/>
            <ac:spMk id="4" creationId="{6269E046-0D3F-DA77-57B2-DFD27DB8E56C}"/>
          </ac:spMkLst>
        </pc:spChg>
        <pc:spChg chg="mod">
          <ac:chgData name="ניב קופולוביץ" userId="0206eb30-381d-44cb-b094-52bcb345d922" providerId="ADAL" clId="{C66B41C0-9CB2-4F78-ACE4-9001633B994C}" dt="2024-03-15T14:33:09.213" v="2084" actId="14100"/>
          <ac:spMkLst>
            <pc:docMk/>
            <pc:sldMk cId="53812665" sldId="370"/>
            <ac:spMk id="9" creationId="{3D198235-B3EC-4400-6030-699492EF7A5D}"/>
          </ac:spMkLst>
        </pc:spChg>
        <pc:picChg chg="del">
          <ac:chgData name="ניב קופולוביץ" userId="0206eb30-381d-44cb-b094-52bcb345d922" providerId="ADAL" clId="{C66B41C0-9CB2-4F78-ACE4-9001633B994C}" dt="2024-03-15T14:32:51.305" v="2056" actId="478"/>
          <ac:picMkLst>
            <pc:docMk/>
            <pc:sldMk cId="53812665" sldId="370"/>
            <ac:picMk id="3" creationId="{F5037DD7-97E3-59A6-A3D4-C26F48300AA0}"/>
          </ac:picMkLst>
        </pc:picChg>
        <pc:picChg chg="add mod">
          <ac:chgData name="ניב קופולוביץ" userId="0206eb30-381d-44cb-b094-52bcb345d922" providerId="ADAL" clId="{C66B41C0-9CB2-4F78-ACE4-9001633B994C}" dt="2024-03-15T14:34:32.478" v="2139" actId="14100"/>
          <ac:picMkLst>
            <pc:docMk/>
            <pc:sldMk cId="53812665" sldId="370"/>
            <ac:picMk id="6" creationId="{2D6C0D2B-E135-F548-FE42-C7458CFC433F}"/>
          </ac:picMkLst>
        </pc:picChg>
        <pc:picChg chg="add mod">
          <ac:chgData name="ניב קופולוביץ" userId="0206eb30-381d-44cb-b094-52bcb345d922" providerId="ADAL" clId="{C66B41C0-9CB2-4F78-ACE4-9001633B994C}" dt="2024-03-15T14:34:30.510" v="2138" actId="14100"/>
          <ac:picMkLst>
            <pc:docMk/>
            <pc:sldMk cId="53812665" sldId="370"/>
            <ac:picMk id="8" creationId="{0EA3DFA2-08E4-A7CD-BF61-FBA6941FBE33}"/>
          </ac:picMkLst>
        </pc:picChg>
      </pc:sldChg>
      <pc:sldChg chg="delSp modSp add mod ord">
        <pc:chgData name="ניב קופולוביץ" userId="0206eb30-381d-44cb-b094-52bcb345d922" providerId="ADAL" clId="{C66B41C0-9CB2-4F78-ACE4-9001633B994C}" dt="2024-03-15T15:07:52.022" v="2800" actId="12"/>
        <pc:sldMkLst>
          <pc:docMk/>
          <pc:sldMk cId="2486759982" sldId="371"/>
        </pc:sldMkLst>
        <pc:spChg chg="mod">
          <ac:chgData name="ניב קופולוביץ" userId="0206eb30-381d-44cb-b094-52bcb345d922" providerId="ADAL" clId="{C66B41C0-9CB2-4F78-ACE4-9001633B994C}" dt="2024-03-15T15:07:52.022" v="2800" actId="12"/>
          <ac:spMkLst>
            <pc:docMk/>
            <pc:sldMk cId="2486759982" sldId="371"/>
            <ac:spMk id="3" creationId="{90B1E622-F11C-34F0-DAAB-757E93B858D8}"/>
          </ac:spMkLst>
        </pc:spChg>
        <pc:spChg chg="del">
          <ac:chgData name="ניב קופולוביץ" userId="0206eb30-381d-44cb-b094-52bcb345d922" providerId="ADAL" clId="{C66B41C0-9CB2-4F78-ACE4-9001633B994C}" dt="2024-03-15T14:47:50.649" v="2522" actId="478"/>
          <ac:spMkLst>
            <pc:docMk/>
            <pc:sldMk cId="2486759982" sldId="371"/>
            <ac:spMk id="14" creationId="{2927DB84-B492-21FC-22D0-341007617F9D}"/>
          </ac:spMkLst>
        </pc:spChg>
        <pc:spChg chg="del">
          <ac:chgData name="ניב קופולוביץ" userId="0206eb30-381d-44cb-b094-52bcb345d922" providerId="ADAL" clId="{C66B41C0-9CB2-4F78-ACE4-9001633B994C}" dt="2024-03-15T14:47:50.649" v="2522" actId="478"/>
          <ac:spMkLst>
            <pc:docMk/>
            <pc:sldMk cId="2486759982" sldId="371"/>
            <ac:spMk id="20" creationId="{699EDC4F-32FB-FF0C-A9A9-AD480F9FA132}"/>
          </ac:spMkLst>
        </pc:spChg>
        <pc:spChg chg="mod">
          <ac:chgData name="ניב קופולוביץ" userId="0206eb30-381d-44cb-b094-52bcb345d922" providerId="ADAL" clId="{C66B41C0-9CB2-4F78-ACE4-9001633B994C}" dt="2024-03-15T14:47:47.570" v="2521" actId="14100"/>
          <ac:spMkLst>
            <pc:docMk/>
            <pc:sldMk cId="2486759982" sldId="371"/>
            <ac:spMk id="24" creationId="{1BF1101D-9F10-A4CE-EAC8-86CF512AA4A1}"/>
          </ac:spMkLst>
        </pc:spChg>
        <pc:picChg chg="del">
          <ac:chgData name="ניב קופולוביץ" userId="0206eb30-381d-44cb-b094-52bcb345d922" providerId="ADAL" clId="{C66B41C0-9CB2-4F78-ACE4-9001633B994C}" dt="2024-03-15T14:47:50.649" v="2522" actId="478"/>
          <ac:picMkLst>
            <pc:docMk/>
            <pc:sldMk cId="2486759982" sldId="371"/>
            <ac:picMk id="10" creationId="{45657D71-C88B-2E2F-B019-93BD57A38DA7}"/>
          </ac:picMkLst>
        </pc:picChg>
        <pc:picChg chg="del">
          <ac:chgData name="ניב קופולוביץ" userId="0206eb30-381d-44cb-b094-52bcb345d922" providerId="ADAL" clId="{C66B41C0-9CB2-4F78-ACE4-9001633B994C}" dt="2024-03-15T14:47:50.649" v="2522" actId="478"/>
          <ac:picMkLst>
            <pc:docMk/>
            <pc:sldMk cId="2486759982" sldId="371"/>
            <ac:picMk id="19" creationId="{1CBA5C69-FB31-140A-98E4-8016CF0106E0}"/>
          </ac:picMkLst>
        </pc:picChg>
      </pc:sldChg>
      <pc:sldChg chg="addSp delSp modSp add mod ord">
        <pc:chgData name="ניב קופולוביץ" userId="0206eb30-381d-44cb-b094-52bcb345d922" providerId="ADAL" clId="{C66B41C0-9CB2-4F78-ACE4-9001633B994C}" dt="2024-03-16T18:14:22.832" v="2885" actId="1076"/>
        <pc:sldMkLst>
          <pc:docMk/>
          <pc:sldMk cId="1547589364" sldId="372"/>
        </pc:sldMkLst>
        <pc:spChg chg="del">
          <ac:chgData name="ניב קופולוביץ" userId="0206eb30-381d-44cb-b094-52bcb345d922" providerId="ADAL" clId="{C66B41C0-9CB2-4F78-ACE4-9001633B994C}" dt="2024-03-16T18:13:43.677" v="2868" actId="478"/>
          <ac:spMkLst>
            <pc:docMk/>
            <pc:sldMk cId="1547589364" sldId="372"/>
            <ac:spMk id="4" creationId="{C9AA1F68-74E4-1689-7EE9-6C5385AEA970}"/>
          </ac:spMkLst>
        </pc:spChg>
        <pc:spChg chg="del">
          <ac:chgData name="ניב קופולוביץ" userId="0206eb30-381d-44cb-b094-52bcb345d922" providerId="ADAL" clId="{C66B41C0-9CB2-4F78-ACE4-9001633B994C}" dt="2024-03-16T18:13:42.604" v="2867" actId="478"/>
          <ac:spMkLst>
            <pc:docMk/>
            <pc:sldMk cId="1547589364" sldId="372"/>
            <ac:spMk id="5" creationId="{BE3AABF7-AFCB-B442-8019-9348AC3370CD}"/>
          </ac:spMkLst>
        </pc:spChg>
        <pc:spChg chg="mod">
          <ac:chgData name="ניב קופולוביץ" userId="0206eb30-381d-44cb-b094-52bcb345d922" providerId="ADAL" clId="{C66B41C0-9CB2-4F78-ACE4-9001633B994C}" dt="2024-03-16T18:13:39.326" v="2865" actId="20577"/>
          <ac:spMkLst>
            <pc:docMk/>
            <pc:sldMk cId="1547589364" sldId="372"/>
            <ac:spMk id="9" creationId="{3D198235-B3EC-4400-6030-699492EF7A5D}"/>
          </ac:spMkLst>
        </pc:spChg>
        <pc:picChg chg="del">
          <ac:chgData name="ניב קופולוביץ" userId="0206eb30-381d-44cb-b094-52bcb345d922" providerId="ADAL" clId="{C66B41C0-9CB2-4F78-ACE4-9001633B994C}" dt="2024-03-16T18:13:43.995" v="2869" actId="478"/>
          <ac:picMkLst>
            <pc:docMk/>
            <pc:sldMk cId="1547589364" sldId="372"/>
            <ac:picMk id="3" creationId="{F96D1BC3-FF42-49E6-6963-7E12D86981C9}"/>
          </ac:picMkLst>
        </pc:picChg>
        <pc:picChg chg="add mod">
          <ac:chgData name="ניב קופולוביץ" userId="0206eb30-381d-44cb-b094-52bcb345d922" providerId="ADAL" clId="{C66B41C0-9CB2-4F78-ACE4-9001633B994C}" dt="2024-03-16T18:14:22.832" v="2885" actId="1076"/>
          <ac:picMkLst>
            <pc:docMk/>
            <pc:sldMk cId="1547589364" sldId="372"/>
            <ac:picMk id="6" creationId="{8B70C915-AF66-3AA5-CE8D-684FCE44276A}"/>
          </ac:picMkLst>
        </pc:picChg>
        <pc:picChg chg="del">
          <ac:chgData name="ניב קופולוביץ" userId="0206eb30-381d-44cb-b094-52bcb345d922" providerId="ADAL" clId="{C66B41C0-9CB2-4F78-ACE4-9001633B994C}" dt="2024-03-16T18:13:41.129" v="2866" actId="478"/>
          <ac:picMkLst>
            <pc:docMk/>
            <pc:sldMk cId="1547589364" sldId="372"/>
            <ac:picMk id="7" creationId="{A47E0655-DEEE-662B-48D1-838F863642A2}"/>
          </ac:picMkLst>
        </pc:picChg>
        <pc:picChg chg="add del mod">
          <ac:chgData name="ניב קופולוביץ" userId="0206eb30-381d-44cb-b094-52bcb345d922" providerId="ADAL" clId="{C66B41C0-9CB2-4F78-ACE4-9001633B994C}" dt="2024-03-16T18:14:20.346" v="2883" actId="478"/>
          <ac:picMkLst>
            <pc:docMk/>
            <pc:sldMk cId="1547589364" sldId="372"/>
            <ac:picMk id="10" creationId="{E35D8469-F49D-DBC9-EE1B-92D3A54DAD44}"/>
          </ac:picMkLst>
        </pc:picChg>
      </pc:sldChg>
      <pc:sldChg chg="addSp delSp modSp add mod">
        <pc:chgData name="ניב קופולוביץ" userId="0206eb30-381d-44cb-b094-52bcb345d922" providerId="ADAL" clId="{C66B41C0-9CB2-4F78-ACE4-9001633B994C}" dt="2024-03-16T18:12:58.550" v="2836" actId="1076"/>
        <pc:sldMkLst>
          <pc:docMk/>
          <pc:sldMk cId="635715466" sldId="373"/>
        </pc:sldMkLst>
        <pc:spChg chg="del">
          <ac:chgData name="ניב קופולוביץ" userId="0206eb30-381d-44cb-b094-52bcb345d922" providerId="ADAL" clId="{C66B41C0-9CB2-4F78-ACE4-9001633B994C}" dt="2024-03-16T18:12:53.680" v="2832" actId="478"/>
          <ac:spMkLst>
            <pc:docMk/>
            <pc:sldMk cId="635715466" sldId="373"/>
            <ac:spMk id="4" creationId="{C9AA1F68-74E4-1689-7EE9-6C5385AEA970}"/>
          </ac:spMkLst>
        </pc:spChg>
        <pc:spChg chg="del">
          <ac:chgData name="ניב קופולוביץ" userId="0206eb30-381d-44cb-b094-52bcb345d922" providerId="ADAL" clId="{C66B41C0-9CB2-4F78-ACE4-9001633B994C}" dt="2024-03-16T18:12:08.276" v="2822" actId="478"/>
          <ac:spMkLst>
            <pc:docMk/>
            <pc:sldMk cId="635715466" sldId="373"/>
            <ac:spMk id="5" creationId="{BE3AABF7-AFCB-B442-8019-9348AC3370CD}"/>
          </ac:spMkLst>
        </pc:spChg>
        <pc:spChg chg="mod">
          <ac:chgData name="ניב קופולוביץ" userId="0206eb30-381d-44cb-b094-52bcb345d922" providerId="ADAL" clId="{C66B41C0-9CB2-4F78-ACE4-9001633B994C}" dt="2024-03-16T18:12:50.905" v="2831" actId="6549"/>
          <ac:spMkLst>
            <pc:docMk/>
            <pc:sldMk cId="635715466" sldId="373"/>
            <ac:spMk id="9" creationId="{3D198235-B3EC-4400-6030-699492EF7A5D}"/>
          </ac:spMkLst>
        </pc:spChg>
        <pc:picChg chg="mod">
          <ac:chgData name="ניב קופולוביץ" userId="0206eb30-381d-44cb-b094-52bcb345d922" providerId="ADAL" clId="{C66B41C0-9CB2-4F78-ACE4-9001633B994C}" dt="2024-03-16T18:12:58.550" v="2836" actId="1076"/>
          <ac:picMkLst>
            <pc:docMk/>
            <pc:sldMk cId="635715466" sldId="373"/>
            <ac:picMk id="3" creationId="{F96D1BC3-FF42-49E6-6963-7E12D86981C9}"/>
          </ac:picMkLst>
        </pc:picChg>
        <pc:picChg chg="add del mod">
          <ac:chgData name="ניב קופולוביץ" userId="0206eb30-381d-44cb-b094-52bcb345d922" providerId="ADAL" clId="{C66B41C0-9CB2-4F78-ACE4-9001633B994C}" dt="2024-03-16T18:12:56.134" v="2834" actId="478"/>
          <ac:picMkLst>
            <pc:docMk/>
            <pc:sldMk cId="635715466" sldId="373"/>
            <ac:picMk id="6" creationId="{79B1B976-F030-A1D9-7297-9A38D855AC3A}"/>
          </ac:picMkLst>
        </pc:picChg>
        <pc:picChg chg="del">
          <ac:chgData name="ניב קופולוביץ" userId="0206eb30-381d-44cb-b094-52bcb345d922" providerId="ADAL" clId="{C66B41C0-9CB2-4F78-ACE4-9001633B994C}" dt="2024-03-16T18:12:06.603" v="2821" actId="478"/>
          <ac:picMkLst>
            <pc:docMk/>
            <pc:sldMk cId="635715466" sldId="373"/>
            <ac:picMk id="7" creationId="{A47E0655-DEEE-662B-48D1-838F863642A2}"/>
          </ac:picMkLst>
        </pc:picChg>
      </pc:sldChg>
      <pc:sldChg chg="delSp modSp add mod">
        <pc:chgData name="ניב קופולוביץ" userId="0206eb30-381d-44cb-b094-52bcb345d922" providerId="ADAL" clId="{C66B41C0-9CB2-4F78-ACE4-9001633B994C}" dt="2024-03-16T18:13:11.784" v="2847" actId="1076"/>
        <pc:sldMkLst>
          <pc:docMk/>
          <pc:sldMk cId="99351308" sldId="374"/>
        </pc:sldMkLst>
        <pc:spChg chg="del">
          <ac:chgData name="ניב קופולוביץ" userId="0206eb30-381d-44cb-b094-52bcb345d922" providerId="ADAL" clId="{C66B41C0-9CB2-4F78-ACE4-9001633B994C}" dt="2024-03-16T18:13:04.528" v="2843" actId="478"/>
          <ac:spMkLst>
            <pc:docMk/>
            <pc:sldMk cId="99351308" sldId="374"/>
            <ac:spMk id="4" creationId="{C9AA1F68-74E4-1689-7EE9-6C5385AEA970}"/>
          </ac:spMkLst>
        </pc:spChg>
        <pc:spChg chg="mod">
          <ac:chgData name="ניב קופולוביץ" userId="0206eb30-381d-44cb-b094-52bcb345d922" providerId="ADAL" clId="{C66B41C0-9CB2-4F78-ACE4-9001633B994C}" dt="2024-03-16T18:13:02.384" v="2842" actId="20577"/>
          <ac:spMkLst>
            <pc:docMk/>
            <pc:sldMk cId="99351308" sldId="374"/>
            <ac:spMk id="9" creationId="{3D198235-B3EC-4400-6030-699492EF7A5D}"/>
          </ac:spMkLst>
        </pc:spChg>
        <pc:picChg chg="del">
          <ac:chgData name="ניב קופולוביץ" userId="0206eb30-381d-44cb-b094-52bcb345d922" providerId="ADAL" clId="{C66B41C0-9CB2-4F78-ACE4-9001633B994C}" dt="2024-03-16T18:12:42.503" v="2829" actId="478"/>
          <ac:picMkLst>
            <pc:docMk/>
            <pc:sldMk cId="99351308" sldId="374"/>
            <ac:picMk id="3" creationId="{F96D1BC3-FF42-49E6-6963-7E12D86981C9}"/>
          </ac:picMkLst>
        </pc:picChg>
        <pc:picChg chg="mod">
          <ac:chgData name="ניב קופולוביץ" userId="0206eb30-381d-44cb-b094-52bcb345d922" providerId="ADAL" clId="{C66B41C0-9CB2-4F78-ACE4-9001633B994C}" dt="2024-03-16T18:13:11.784" v="2847" actId="1076"/>
          <ac:picMkLst>
            <pc:docMk/>
            <pc:sldMk cId="99351308" sldId="374"/>
            <ac:picMk id="6" creationId="{79B1B976-F030-A1D9-7297-9A38D855AC3A}"/>
          </ac:picMkLst>
        </pc:picChg>
      </pc:sldChg>
      <pc:sldChg chg="delSp modSp add mod">
        <pc:chgData name="ניב קופולוביץ" userId="0206eb30-381d-44cb-b094-52bcb345d922" providerId="ADAL" clId="{C66B41C0-9CB2-4F78-ACE4-9001633B994C}" dt="2024-03-16T18:14:29.546" v="2886" actId="1076"/>
        <pc:sldMkLst>
          <pc:docMk/>
          <pc:sldMk cId="250811962" sldId="375"/>
        </pc:sldMkLst>
        <pc:picChg chg="del">
          <ac:chgData name="ניב קופולוביץ" userId="0206eb30-381d-44cb-b094-52bcb345d922" providerId="ADAL" clId="{C66B41C0-9CB2-4F78-ACE4-9001633B994C}" dt="2024-03-16T18:14:09.945" v="2881" actId="478"/>
          <ac:picMkLst>
            <pc:docMk/>
            <pc:sldMk cId="250811962" sldId="375"/>
            <ac:picMk id="6" creationId="{8B70C915-AF66-3AA5-CE8D-684FCE44276A}"/>
          </ac:picMkLst>
        </pc:picChg>
        <pc:picChg chg="mod">
          <ac:chgData name="ניב קופולוביץ" userId="0206eb30-381d-44cb-b094-52bcb345d922" providerId="ADAL" clId="{C66B41C0-9CB2-4F78-ACE4-9001633B994C}" dt="2024-03-16T18:14:29.546" v="2886" actId="1076"/>
          <ac:picMkLst>
            <pc:docMk/>
            <pc:sldMk cId="250811962" sldId="375"/>
            <ac:picMk id="10" creationId="{E35D8469-F49D-DBC9-EE1B-92D3A54DAD44}"/>
          </ac:picMkLst>
        </pc:picChg>
      </pc:sldChg>
    </pc:docChg>
  </pc:docChgLst>
  <pc:docChgLst>
    <pc:chgData name="ניב קופולוביץ" userId="0206eb30-381d-44cb-b094-52bcb345d922" providerId="ADAL" clId="{1547E835-BBCB-40A8-833C-CD344E18650E}"/>
    <pc:docChg chg="undo redo custSel addSld delSld modSld sldOrd">
      <pc:chgData name="ניב קופולוביץ" userId="0206eb30-381d-44cb-b094-52bcb345d922" providerId="ADAL" clId="{1547E835-BBCB-40A8-833C-CD344E18650E}" dt="2024-04-26T13:47:54.294" v="10044" actId="1076"/>
      <pc:docMkLst>
        <pc:docMk/>
      </pc:docMkLst>
      <pc:sldChg chg="modSp mod">
        <pc:chgData name="ניב קופולוביץ" userId="0206eb30-381d-44cb-b094-52bcb345d922" providerId="ADAL" clId="{1547E835-BBCB-40A8-833C-CD344E18650E}" dt="2024-04-24T11:22:22.642" v="33" actId="20577"/>
        <pc:sldMkLst>
          <pc:docMk/>
          <pc:sldMk cId="404657219" sldId="256"/>
        </pc:sldMkLst>
        <pc:spChg chg="mod">
          <ac:chgData name="ניב קופולוביץ" userId="0206eb30-381d-44cb-b094-52bcb345d922" providerId="ADAL" clId="{1547E835-BBCB-40A8-833C-CD344E18650E}" dt="2024-04-24T11:22:22.642" v="33" actId="20577"/>
          <ac:spMkLst>
            <pc:docMk/>
            <pc:sldMk cId="404657219" sldId="256"/>
            <ac:spMk id="2" creationId="{3C920A02-F846-7333-4DE0-F21227F3E377}"/>
          </ac:spMkLst>
        </pc:spChg>
      </pc:sldChg>
      <pc:sldChg chg="modSp add mod ord">
        <pc:chgData name="ניב קופולוביץ" userId="0206eb30-381d-44cb-b094-52bcb345d922" providerId="ADAL" clId="{1547E835-BBCB-40A8-833C-CD344E18650E}" dt="2024-04-26T12:10:21.043" v="9896" actId="20577"/>
        <pc:sldMkLst>
          <pc:docMk/>
          <pc:sldMk cId="2727606144" sldId="257"/>
        </pc:sldMkLst>
        <pc:spChg chg="mod">
          <ac:chgData name="ניב קופולוביץ" userId="0206eb30-381d-44cb-b094-52bcb345d922" providerId="ADAL" clId="{1547E835-BBCB-40A8-833C-CD344E18650E}" dt="2024-04-25T17:39:30.265" v="9748" actId="1035"/>
          <ac:spMkLst>
            <pc:docMk/>
            <pc:sldMk cId="2727606144" sldId="257"/>
            <ac:spMk id="2" creationId="{98240285-86BF-58F2-AFBC-91BC2DFB351B}"/>
          </ac:spMkLst>
        </pc:spChg>
        <pc:graphicFrameChg chg="mod modGraphic">
          <ac:chgData name="ניב קופולוביץ" userId="0206eb30-381d-44cb-b094-52bcb345d922" providerId="ADAL" clId="{1547E835-BBCB-40A8-833C-CD344E18650E}" dt="2024-04-26T12:10:21.043" v="9896" actId="20577"/>
          <ac:graphicFrameMkLst>
            <pc:docMk/>
            <pc:sldMk cId="2727606144" sldId="257"/>
            <ac:graphicFrameMk id="3" creationId="{3255C455-AB43-BDD8-568C-919597A960A9}"/>
          </ac:graphicFrameMkLst>
        </pc:graphicFrameChg>
      </pc:sldChg>
      <pc:sldChg chg="del">
        <pc:chgData name="ניב קופולוביץ" userId="0206eb30-381d-44cb-b094-52bcb345d922" providerId="ADAL" clId="{1547E835-BBCB-40A8-833C-CD344E18650E}" dt="2024-04-25T14:21:47.650" v="7420" actId="47"/>
        <pc:sldMkLst>
          <pc:docMk/>
          <pc:sldMk cId="2033148651" sldId="328"/>
        </pc:sldMkLst>
      </pc:sldChg>
      <pc:sldChg chg="del">
        <pc:chgData name="ניב קופולוביץ" userId="0206eb30-381d-44cb-b094-52bcb345d922" providerId="ADAL" clId="{1547E835-BBCB-40A8-833C-CD344E18650E}" dt="2024-04-25T14:21:47.650" v="7420" actId="47"/>
        <pc:sldMkLst>
          <pc:docMk/>
          <pc:sldMk cId="3002612016" sldId="346"/>
        </pc:sldMkLst>
      </pc:sldChg>
      <pc:sldChg chg="addSp delSp modSp del mod ord">
        <pc:chgData name="ניב קופולוביץ" userId="0206eb30-381d-44cb-b094-52bcb345d922" providerId="ADAL" clId="{1547E835-BBCB-40A8-833C-CD344E18650E}" dt="2024-04-25T14:21:47.650" v="7420" actId="47"/>
        <pc:sldMkLst>
          <pc:docMk/>
          <pc:sldMk cId="3762887953" sldId="347"/>
        </pc:sldMkLst>
        <pc:spChg chg="add del mod">
          <ac:chgData name="ניב קופולוביץ" userId="0206eb30-381d-44cb-b094-52bcb345d922" providerId="ADAL" clId="{1547E835-BBCB-40A8-833C-CD344E18650E}" dt="2024-04-24T13:02:59.124" v="788" actId="21"/>
          <ac:spMkLst>
            <pc:docMk/>
            <pc:sldMk cId="3762887953" sldId="347"/>
            <ac:spMk id="2" creationId="{C3C7FCDD-44E6-4BDA-2CD5-921EA8A03DF0}"/>
          </ac:spMkLst>
        </pc:spChg>
        <pc:spChg chg="mod">
          <ac:chgData name="ניב קופולוביץ" userId="0206eb30-381d-44cb-b094-52bcb345d922" providerId="ADAL" clId="{1547E835-BBCB-40A8-833C-CD344E18650E}" dt="2024-04-24T13:14:49.069" v="940" actId="20577"/>
          <ac:spMkLst>
            <pc:docMk/>
            <pc:sldMk cId="3762887953" sldId="347"/>
            <ac:spMk id="9" creationId="{3D198235-B3EC-4400-6030-699492EF7A5D}"/>
          </ac:spMkLst>
        </pc:spChg>
        <pc:picChg chg="del">
          <ac:chgData name="ניב קופולוביץ" userId="0206eb30-381d-44cb-b094-52bcb345d922" providerId="ADAL" clId="{1547E835-BBCB-40A8-833C-CD344E18650E}" dt="2024-04-24T12:56:37.476" v="679" actId="478"/>
          <ac:picMkLst>
            <pc:docMk/>
            <pc:sldMk cId="3762887953" sldId="347"/>
            <ac:picMk id="17" creationId="{4ADDDC66-9D1D-18D7-17A1-1A9010801BC3}"/>
          </ac:picMkLst>
        </pc:picChg>
      </pc:sldChg>
      <pc:sldChg chg="del">
        <pc:chgData name="ניב קופולוביץ" userId="0206eb30-381d-44cb-b094-52bcb345d922" providerId="ADAL" clId="{1547E835-BBCB-40A8-833C-CD344E18650E}" dt="2024-04-25T14:21:47.650" v="7420" actId="47"/>
        <pc:sldMkLst>
          <pc:docMk/>
          <pc:sldMk cId="3012703786" sldId="350"/>
        </pc:sldMkLst>
      </pc:sldChg>
      <pc:sldChg chg="del">
        <pc:chgData name="ניב קופולוביץ" userId="0206eb30-381d-44cb-b094-52bcb345d922" providerId="ADAL" clId="{1547E835-BBCB-40A8-833C-CD344E18650E}" dt="2024-04-25T14:21:47.650" v="7420" actId="47"/>
        <pc:sldMkLst>
          <pc:docMk/>
          <pc:sldMk cId="3280344837" sldId="351"/>
        </pc:sldMkLst>
      </pc:sldChg>
      <pc:sldChg chg="del">
        <pc:chgData name="ניב קופולוביץ" userId="0206eb30-381d-44cb-b094-52bcb345d922" providerId="ADAL" clId="{1547E835-BBCB-40A8-833C-CD344E18650E}" dt="2024-04-25T14:22:06.359" v="7422" actId="47"/>
        <pc:sldMkLst>
          <pc:docMk/>
          <pc:sldMk cId="750754471" sldId="352"/>
        </pc:sldMkLst>
      </pc:sldChg>
      <pc:sldChg chg="del">
        <pc:chgData name="ניב קופולוביץ" userId="0206eb30-381d-44cb-b094-52bcb345d922" providerId="ADAL" clId="{1547E835-BBCB-40A8-833C-CD344E18650E}" dt="2024-04-25T14:21:47.650" v="7420" actId="47"/>
        <pc:sldMkLst>
          <pc:docMk/>
          <pc:sldMk cId="2005296151" sldId="353"/>
        </pc:sldMkLst>
      </pc:sldChg>
      <pc:sldChg chg="modSp add del mod">
        <pc:chgData name="ניב קופולוביץ" userId="0206eb30-381d-44cb-b094-52bcb345d922" providerId="ADAL" clId="{1547E835-BBCB-40A8-833C-CD344E18650E}" dt="2024-04-25T17:23:36.564" v="9327" actId="47"/>
        <pc:sldMkLst>
          <pc:docMk/>
          <pc:sldMk cId="1809567022" sldId="354"/>
        </pc:sldMkLst>
        <pc:spChg chg="mod">
          <ac:chgData name="ניב קופולוביץ" userId="0206eb30-381d-44cb-b094-52bcb345d922" providerId="ADAL" clId="{1547E835-BBCB-40A8-833C-CD344E18650E}" dt="2024-04-25T16:38:44.303" v="9169" actId="20577"/>
          <ac:spMkLst>
            <pc:docMk/>
            <pc:sldMk cId="1809567022" sldId="354"/>
            <ac:spMk id="2" creationId="{A62DD75E-1F26-51B5-6C21-248EBAA97F91}"/>
          </ac:spMkLst>
        </pc:spChg>
      </pc:sldChg>
      <pc:sldChg chg="del">
        <pc:chgData name="ניב קופולוביץ" userId="0206eb30-381d-44cb-b094-52bcb345d922" providerId="ADAL" clId="{1547E835-BBCB-40A8-833C-CD344E18650E}" dt="2024-04-25T14:21:57.383" v="7421" actId="47"/>
        <pc:sldMkLst>
          <pc:docMk/>
          <pc:sldMk cId="3087290472" sldId="354"/>
        </pc:sldMkLst>
      </pc:sldChg>
      <pc:sldChg chg="modSp add mod">
        <pc:chgData name="ניב קופולוביץ" userId="0206eb30-381d-44cb-b094-52bcb345d922" providerId="ADAL" clId="{1547E835-BBCB-40A8-833C-CD344E18650E}" dt="2024-04-25T17:28:30.749" v="9513" actId="14100"/>
        <pc:sldMkLst>
          <pc:docMk/>
          <pc:sldMk cId="3172107797" sldId="355"/>
        </pc:sldMkLst>
        <pc:spChg chg="mod">
          <ac:chgData name="ניב קופולוביץ" userId="0206eb30-381d-44cb-b094-52bcb345d922" providerId="ADAL" clId="{1547E835-BBCB-40A8-833C-CD344E18650E}" dt="2024-04-25T16:38:59.113" v="9175" actId="20577"/>
          <ac:spMkLst>
            <pc:docMk/>
            <pc:sldMk cId="3172107797" sldId="355"/>
            <ac:spMk id="2" creationId="{A2723276-4811-CF9E-FAEF-10EABDA1A031}"/>
          </ac:spMkLst>
        </pc:spChg>
        <pc:spChg chg="mod">
          <ac:chgData name="ניב קופולוביץ" userId="0206eb30-381d-44cb-b094-52bcb345d922" providerId="ADAL" clId="{1547E835-BBCB-40A8-833C-CD344E18650E}" dt="2024-04-25T17:28:30.749" v="9513" actId="14100"/>
          <ac:spMkLst>
            <pc:docMk/>
            <pc:sldMk cId="3172107797" sldId="355"/>
            <ac:spMk id="23" creationId="{4AE193A5-0F30-029C-E185-1878ED679587}"/>
          </ac:spMkLst>
        </pc:spChg>
      </pc:sldChg>
      <pc:sldChg chg="del">
        <pc:chgData name="ניב קופולוביץ" userId="0206eb30-381d-44cb-b094-52bcb345d922" providerId="ADAL" clId="{1547E835-BBCB-40A8-833C-CD344E18650E}" dt="2024-04-25T14:21:47.650" v="7420" actId="47"/>
        <pc:sldMkLst>
          <pc:docMk/>
          <pc:sldMk cId="3317119084" sldId="355"/>
        </pc:sldMkLst>
      </pc:sldChg>
      <pc:sldChg chg="del">
        <pc:chgData name="ניב קופולוביץ" userId="0206eb30-381d-44cb-b094-52bcb345d922" providerId="ADAL" clId="{1547E835-BBCB-40A8-833C-CD344E18650E}" dt="2024-04-25T14:21:57.383" v="7421" actId="47"/>
        <pc:sldMkLst>
          <pc:docMk/>
          <pc:sldMk cId="72973309" sldId="356"/>
        </pc:sldMkLst>
      </pc:sldChg>
      <pc:sldChg chg="addSp delSp modSp del mod ord">
        <pc:chgData name="ניב קופולוביץ" userId="0206eb30-381d-44cb-b094-52bcb345d922" providerId="ADAL" clId="{1547E835-BBCB-40A8-833C-CD344E18650E}" dt="2024-04-25T11:17:12.726" v="5270" actId="47"/>
        <pc:sldMkLst>
          <pc:docMk/>
          <pc:sldMk cId="2095816155" sldId="357"/>
        </pc:sldMkLst>
        <pc:spChg chg="mod">
          <ac:chgData name="ניב קופולוביץ" userId="0206eb30-381d-44cb-b094-52bcb345d922" providerId="ADAL" clId="{1547E835-BBCB-40A8-833C-CD344E18650E}" dt="2024-04-25T10:55:50.026" v="4887"/>
          <ac:spMkLst>
            <pc:docMk/>
            <pc:sldMk cId="2095816155" sldId="357"/>
            <ac:spMk id="9" creationId="{B2237D34-49F2-8303-C080-A1F5EB967ED5}"/>
          </ac:spMkLst>
        </pc:spChg>
        <pc:spChg chg="add del">
          <ac:chgData name="ניב קופולוביץ" userId="0206eb30-381d-44cb-b094-52bcb345d922" providerId="ADAL" clId="{1547E835-BBCB-40A8-833C-CD344E18650E}" dt="2024-04-25T10:57:41.839" v="4903" actId="478"/>
          <ac:spMkLst>
            <pc:docMk/>
            <pc:sldMk cId="2095816155" sldId="357"/>
            <ac:spMk id="28" creationId="{A8445E09-362A-8BE1-4E60-2178701E52C7}"/>
          </ac:spMkLst>
        </pc:spChg>
        <pc:spChg chg="add del">
          <ac:chgData name="ניב קופולוביץ" userId="0206eb30-381d-44cb-b094-52bcb345d922" providerId="ADAL" clId="{1547E835-BBCB-40A8-833C-CD344E18650E}" dt="2024-04-25T10:57:41.839" v="4903" actId="478"/>
          <ac:spMkLst>
            <pc:docMk/>
            <pc:sldMk cId="2095816155" sldId="357"/>
            <ac:spMk id="29" creationId="{62C44C41-11D8-2913-BDEB-49B45E112B1B}"/>
          </ac:spMkLst>
        </pc:spChg>
        <pc:spChg chg="add del">
          <ac:chgData name="ניב קופולוביץ" userId="0206eb30-381d-44cb-b094-52bcb345d922" providerId="ADAL" clId="{1547E835-BBCB-40A8-833C-CD344E18650E}" dt="2024-04-25T10:57:41.839" v="4903" actId="478"/>
          <ac:spMkLst>
            <pc:docMk/>
            <pc:sldMk cId="2095816155" sldId="357"/>
            <ac:spMk id="30" creationId="{7692F464-65CD-385C-183A-2BB3149FDFA6}"/>
          </ac:spMkLst>
        </pc:spChg>
        <pc:spChg chg="add del">
          <ac:chgData name="ניב קופולוביץ" userId="0206eb30-381d-44cb-b094-52bcb345d922" providerId="ADAL" clId="{1547E835-BBCB-40A8-833C-CD344E18650E}" dt="2024-04-25T10:57:41.839" v="4903" actId="478"/>
          <ac:spMkLst>
            <pc:docMk/>
            <pc:sldMk cId="2095816155" sldId="357"/>
            <ac:spMk id="31" creationId="{832F04E6-1917-C75D-E63D-C2FDA7D9A164}"/>
          </ac:spMkLst>
        </pc:spChg>
        <pc:spChg chg="add del">
          <ac:chgData name="ניב קופולוביץ" userId="0206eb30-381d-44cb-b094-52bcb345d922" providerId="ADAL" clId="{1547E835-BBCB-40A8-833C-CD344E18650E}" dt="2024-04-25T10:57:41.839" v="4903" actId="478"/>
          <ac:spMkLst>
            <pc:docMk/>
            <pc:sldMk cId="2095816155" sldId="357"/>
            <ac:spMk id="32" creationId="{2445279A-EFFA-F025-D56F-18A5DDB305E8}"/>
          </ac:spMkLst>
        </pc:spChg>
        <pc:spChg chg="add del">
          <ac:chgData name="ניב קופולוביץ" userId="0206eb30-381d-44cb-b094-52bcb345d922" providerId="ADAL" clId="{1547E835-BBCB-40A8-833C-CD344E18650E}" dt="2024-04-25T10:57:41.839" v="4903" actId="478"/>
          <ac:spMkLst>
            <pc:docMk/>
            <pc:sldMk cId="2095816155" sldId="357"/>
            <ac:spMk id="33" creationId="{1CB05817-D256-B634-1A58-C976B2E1B23D}"/>
          </ac:spMkLst>
        </pc:spChg>
        <pc:spChg chg="add del mod">
          <ac:chgData name="ניב קופולוביץ" userId="0206eb30-381d-44cb-b094-52bcb345d922" providerId="ADAL" clId="{1547E835-BBCB-40A8-833C-CD344E18650E}" dt="2024-04-25T11:08:11.114" v="5178" actId="14100"/>
          <ac:spMkLst>
            <pc:docMk/>
            <pc:sldMk cId="2095816155" sldId="357"/>
            <ac:spMk id="50" creationId="{169FC105-6633-8A83-C69C-8CFDFAB293A2}"/>
          </ac:spMkLst>
        </pc:spChg>
        <pc:grpChg chg="del">
          <ac:chgData name="ניב קופולוביץ" userId="0206eb30-381d-44cb-b094-52bcb345d922" providerId="ADAL" clId="{1547E835-BBCB-40A8-833C-CD344E18650E}" dt="2024-04-25T10:55:15.825" v="4882" actId="478"/>
          <ac:grpSpMkLst>
            <pc:docMk/>
            <pc:sldMk cId="2095816155" sldId="357"/>
            <ac:grpSpMk id="15" creationId="{C0AC6C39-D43C-2D91-6301-DF9AF7F8FF31}"/>
          </ac:grpSpMkLst>
        </pc:grpChg>
        <pc:grpChg chg="del">
          <ac:chgData name="ניב קופולוביץ" userId="0206eb30-381d-44cb-b094-52bcb345d922" providerId="ADAL" clId="{1547E835-BBCB-40A8-833C-CD344E18650E}" dt="2024-04-25T10:55:15.269" v="4881" actId="478"/>
          <ac:grpSpMkLst>
            <pc:docMk/>
            <pc:sldMk cId="2095816155" sldId="357"/>
            <ac:grpSpMk id="27" creationId="{C0157B48-D67A-3BE4-46C4-51CA924EBF41}"/>
          </ac:grpSpMkLst>
        </pc:grpChg>
        <pc:grpChg chg="del">
          <ac:chgData name="ניב קופולוביץ" userId="0206eb30-381d-44cb-b094-52bcb345d922" providerId="ADAL" clId="{1547E835-BBCB-40A8-833C-CD344E18650E}" dt="2024-04-25T10:55:16.453" v="4883" actId="478"/>
          <ac:grpSpMkLst>
            <pc:docMk/>
            <pc:sldMk cId="2095816155" sldId="357"/>
            <ac:grpSpMk id="37" creationId="{9670316C-62C5-7C88-31DA-1398EC80CDBC}"/>
          </ac:grpSpMkLst>
        </pc:grpChg>
        <pc:grpChg chg="del">
          <ac:chgData name="ניב קופולוביץ" userId="0206eb30-381d-44cb-b094-52bcb345d922" providerId="ADAL" clId="{1547E835-BBCB-40A8-833C-CD344E18650E}" dt="2024-04-25T10:55:16.932" v="4884" actId="478"/>
          <ac:grpSpMkLst>
            <pc:docMk/>
            <pc:sldMk cId="2095816155" sldId="357"/>
            <ac:grpSpMk id="39" creationId="{82F75352-2C2B-7C51-F25F-CB92F3B35574}"/>
          </ac:grpSpMkLst>
        </pc:grpChg>
        <pc:grpChg chg="del">
          <ac:chgData name="ניב קופולוביץ" userId="0206eb30-381d-44cb-b094-52bcb345d922" providerId="ADAL" clId="{1547E835-BBCB-40A8-833C-CD344E18650E}" dt="2024-04-25T10:55:13.813" v="4879" actId="478"/>
          <ac:grpSpMkLst>
            <pc:docMk/>
            <pc:sldMk cId="2095816155" sldId="357"/>
            <ac:grpSpMk id="47" creationId="{054FBB93-17CB-6D51-D2ED-2929D07970D4}"/>
          </ac:grpSpMkLst>
        </pc:grpChg>
        <pc:grpChg chg="del">
          <ac:chgData name="ניב קופולוביץ" userId="0206eb30-381d-44cb-b094-52bcb345d922" providerId="ADAL" clId="{1547E835-BBCB-40A8-833C-CD344E18650E}" dt="2024-04-25T10:55:14.822" v="4880" actId="478"/>
          <ac:grpSpMkLst>
            <pc:docMk/>
            <pc:sldMk cId="2095816155" sldId="357"/>
            <ac:grpSpMk id="49" creationId="{F84239C6-F871-4234-6526-544CAC666FAE}"/>
          </ac:grpSpMkLst>
        </pc:grpChg>
        <pc:graphicFrameChg chg="add del mod modGraphic">
          <ac:chgData name="ניב קופולוביץ" userId="0206eb30-381d-44cb-b094-52bcb345d922" providerId="ADAL" clId="{1547E835-BBCB-40A8-833C-CD344E18650E}" dt="2024-04-25T11:01:16.264" v="5025" actId="2166"/>
          <ac:graphicFrameMkLst>
            <pc:docMk/>
            <pc:sldMk cId="2095816155" sldId="357"/>
            <ac:graphicFrameMk id="12" creationId="{411DA014-E46D-A69F-F487-D97569428099}"/>
          </ac:graphicFrameMkLst>
        </pc:graphicFrameChg>
      </pc:sldChg>
      <pc:sldChg chg="del">
        <pc:chgData name="ניב קופולוביץ" userId="0206eb30-381d-44cb-b094-52bcb345d922" providerId="ADAL" clId="{1547E835-BBCB-40A8-833C-CD344E18650E}" dt="2024-04-25T14:21:57.383" v="7421" actId="47"/>
        <pc:sldMkLst>
          <pc:docMk/>
          <pc:sldMk cId="1050786910" sldId="359"/>
        </pc:sldMkLst>
      </pc:sldChg>
      <pc:sldChg chg="addSp delSp modSp mod">
        <pc:chgData name="ניב קופולוביץ" userId="0206eb30-381d-44cb-b094-52bcb345d922" providerId="ADAL" clId="{1547E835-BBCB-40A8-833C-CD344E18650E}" dt="2024-04-25T14:19:33.402" v="7345" actId="20577"/>
        <pc:sldMkLst>
          <pc:docMk/>
          <pc:sldMk cId="641519177" sldId="360"/>
        </pc:sldMkLst>
        <pc:spChg chg="del">
          <ac:chgData name="ניב קופולוביץ" userId="0206eb30-381d-44cb-b094-52bcb345d922" providerId="ADAL" clId="{1547E835-BBCB-40A8-833C-CD344E18650E}" dt="2024-04-24T12:01:36.980" v="78" actId="478"/>
          <ac:spMkLst>
            <pc:docMk/>
            <pc:sldMk cId="641519177" sldId="360"/>
            <ac:spMk id="2" creationId="{9449E98C-2BAF-DF62-48AF-345426062ED1}"/>
          </ac:spMkLst>
        </pc:spChg>
        <pc:spChg chg="del">
          <ac:chgData name="ניב קופולוביץ" userId="0206eb30-381d-44cb-b094-52bcb345d922" providerId="ADAL" clId="{1547E835-BBCB-40A8-833C-CD344E18650E}" dt="2024-04-24T12:03:01.924" v="98" actId="478"/>
          <ac:spMkLst>
            <pc:docMk/>
            <pc:sldMk cId="641519177" sldId="360"/>
            <ac:spMk id="3" creationId="{BE0D7D9D-568B-D8D7-18A1-A22DDE6CAA5F}"/>
          </ac:spMkLst>
        </pc:spChg>
        <pc:spChg chg="del">
          <ac:chgData name="ניב קופולוביץ" userId="0206eb30-381d-44cb-b094-52bcb345d922" providerId="ADAL" clId="{1547E835-BBCB-40A8-833C-CD344E18650E}" dt="2024-04-24T12:12:45.538" v="145" actId="478"/>
          <ac:spMkLst>
            <pc:docMk/>
            <pc:sldMk cId="641519177" sldId="360"/>
            <ac:spMk id="4" creationId="{13111645-0AF2-8D9E-485E-E318A14D7E49}"/>
          </ac:spMkLst>
        </pc:spChg>
        <pc:spChg chg="add del mod">
          <ac:chgData name="ניב קופולוביץ" userId="0206eb30-381d-44cb-b094-52bcb345d922" providerId="ADAL" clId="{1547E835-BBCB-40A8-833C-CD344E18650E}" dt="2024-04-25T10:51:09.996" v="4836" actId="1037"/>
          <ac:spMkLst>
            <pc:docMk/>
            <pc:sldMk cId="641519177" sldId="360"/>
            <ac:spMk id="5" creationId="{89A865EE-3620-A379-1EB9-D83434242F96}"/>
          </ac:spMkLst>
        </pc:spChg>
        <pc:spChg chg="del mod">
          <ac:chgData name="ניב קופולוביץ" userId="0206eb30-381d-44cb-b094-52bcb345d922" providerId="ADAL" clId="{1547E835-BBCB-40A8-833C-CD344E18650E}" dt="2024-04-24T12:40:31.383" v="419" actId="478"/>
          <ac:spMkLst>
            <pc:docMk/>
            <pc:sldMk cId="641519177" sldId="360"/>
            <ac:spMk id="7" creationId="{167EF854-D36A-BA2C-740E-911165456498}"/>
          </ac:spMkLst>
        </pc:spChg>
        <pc:spChg chg="mod">
          <ac:chgData name="ניב קופולוביץ" userId="0206eb30-381d-44cb-b094-52bcb345d922" providerId="ADAL" clId="{1547E835-BBCB-40A8-833C-CD344E18650E}" dt="2024-04-25T14:19:33.402" v="7345" actId="20577"/>
          <ac:spMkLst>
            <pc:docMk/>
            <pc:sldMk cId="641519177" sldId="360"/>
            <ac:spMk id="9" creationId="{3D198235-B3EC-4400-6030-699492EF7A5D}"/>
          </ac:spMkLst>
        </pc:spChg>
        <pc:spChg chg="mod">
          <ac:chgData name="ניב קופולוביץ" userId="0206eb30-381d-44cb-b094-52bcb345d922" providerId="ADAL" clId="{1547E835-BBCB-40A8-833C-CD344E18650E}" dt="2024-04-25T10:51:01.147" v="4803" actId="14100"/>
          <ac:spMkLst>
            <pc:docMk/>
            <pc:sldMk cId="641519177" sldId="360"/>
            <ac:spMk id="12" creationId="{97E42D0B-B01D-1CDF-BF7A-5B5A8B40AE55}"/>
          </ac:spMkLst>
        </pc:spChg>
        <pc:picChg chg="add del mod">
          <ac:chgData name="ניב קופולוביץ" userId="0206eb30-381d-44cb-b094-52bcb345d922" providerId="ADAL" clId="{1547E835-BBCB-40A8-833C-CD344E18650E}" dt="2024-04-25T10:51:09.996" v="4836" actId="1037"/>
          <ac:picMkLst>
            <pc:docMk/>
            <pc:sldMk cId="641519177" sldId="360"/>
            <ac:picMk id="8" creationId="{7B2DC235-AE23-8BE3-BFC1-21CB8B223A65}"/>
          </ac:picMkLst>
        </pc:picChg>
        <pc:picChg chg="add del mod">
          <ac:chgData name="ניב קופולוביץ" userId="0206eb30-381d-44cb-b094-52bcb345d922" providerId="ADAL" clId="{1547E835-BBCB-40A8-833C-CD344E18650E}" dt="2024-04-24T12:07:47.999" v="126" actId="478"/>
          <ac:picMkLst>
            <pc:docMk/>
            <pc:sldMk cId="641519177" sldId="360"/>
            <ac:picMk id="1026" creationId="{2329CCBE-53FD-ACC4-D598-03861989C3A1}"/>
          </ac:picMkLst>
        </pc:picChg>
        <pc:picChg chg="del">
          <ac:chgData name="ניב קופולוביץ" userId="0206eb30-381d-44cb-b094-52bcb345d922" providerId="ADAL" clId="{1547E835-BBCB-40A8-833C-CD344E18650E}" dt="2024-04-24T12:04:14.932" v="102" actId="478"/>
          <ac:picMkLst>
            <pc:docMk/>
            <pc:sldMk cId="641519177" sldId="360"/>
            <ac:picMk id="2050" creationId="{F7D75B93-C28D-7258-862E-58F9E4FA6D33}"/>
          </ac:picMkLst>
        </pc:picChg>
        <pc:picChg chg="del">
          <ac:chgData name="ניב קופולוביץ" userId="0206eb30-381d-44cb-b094-52bcb345d922" providerId="ADAL" clId="{1547E835-BBCB-40A8-833C-CD344E18650E}" dt="2024-04-24T12:12:43.868" v="144" actId="478"/>
          <ac:picMkLst>
            <pc:docMk/>
            <pc:sldMk cId="641519177" sldId="360"/>
            <ac:picMk id="2052" creationId="{BADAECA1-8428-0E80-F9EA-2594DB6316B9}"/>
          </ac:picMkLst>
        </pc:picChg>
      </pc:sldChg>
      <pc:sldChg chg="del">
        <pc:chgData name="ניב קופולוביץ" userId="0206eb30-381d-44cb-b094-52bcb345d922" providerId="ADAL" clId="{1547E835-BBCB-40A8-833C-CD344E18650E}" dt="2024-04-25T14:21:47.650" v="7420" actId="47"/>
        <pc:sldMkLst>
          <pc:docMk/>
          <pc:sldMk cId="389340579" sldId="363"/>
        </pc:sldMkLst>
      </pc:sldChg>
      <pc:sldChg chg="del">
        <pc:chgData name="ניב קופולוביץ" userId="0206eb30-381d-44cb-b094-52bcb345d922" providerId="ADAL" clId="{1547E835-BBCB-40A8-833C-CD344E18650E}" dt="2024-04-24T12:58:49.631" v="697" actId="2696"/>
        <pc:sldMkLst>
          <pc:docMk/>
          <pc:sldMk cId="1877489083" sldId="364"/>
        </pc:sldMkLst>
      </pc:sldChg>
      <pc:sldChg chg="del">
        <pc:chgData name="ניב קופולוביץ" userId="0206eb30-381d-44cb-b094-52bcb345d922" providerId="ADAL" clId="{1547E835-BBCB-40A8-833C-CD344E18650E}" dt="2024-04-24T12:58:47.401" v="696" actId="2696"/>
        <pc:sldMkLst>
          <pc:docMk/>
          <pc:sldMk cId="346054347" sldId="365"/>
        </pc:sldMkLst>
      </pc:sldChg>
      <pc:sldChg chg="del">
        <pc:chgData name="ניב קופולוביץ" userId="0206eb30-381d-44cb-b094-52bcb345d922" providerId="ADAL" clId="{1547E835-BBCB-40A8-833C-CD344E18650E}" dt="2024-04-24T12:56:50.609" v="680" actId="47"/>
        <pc:sldMkLst>
          <pc:docMk/>
          <pc:sldMk cId="3954197808" sldId="366"/>
        </pc:sldMkLst>
      </pc:sldChg>
      <pc:sldChg chg="del">
        <pc:chgData name="ניב קופולוביץ" userId="0206eb30-381d-44cb-b094-52bcb345d922" providerId="ADAL" clId="{1547E835-BBCB-40A8-833C-CD344E18650E}" dt="2024-04-24T12:56:50.609" v="680" actId="47"/>
        <pc:sldMkLst>
          <pc:docMk/>
          <pc:sldMk cId="2218610389" sldId="367"/>
        </pc:sldMkLst>
      </pc:sldChg>
      <pc:sldChg chg="del">
        <pc:chgData name="ניב קופולוביץ" userId="0206eb30-381d-44cb-b094-52bcb345d922" providerId="ADAL" clId="{1547E835-BBCB-40A8-833C-CD344E18650E}" dt="2024-04-24T12:56:50.609" v="680" actId="47"/>
        <pc:sldMkLst>
          <pc:docMk/>
          <pc:sldMk cId="3061714347" sldId="368"/>
        </pc:sldMkLst>
      </pc:sldChg>
      <pc:sldChg chg="del">
        <pc:chgData name="ניב קופולוביץ" userId="0206eb30-381d-44cb-b094-52bcb345d922" providerId="ADAL" clId="{1547E835-BBCB-40A8-833C-CD344E18650E}" dt="2024-04-24T12:56:50.609" v="680" actId="47"/>
        <pc:sldMkLst>
          <pc:docMk/>
          <pc:sldMk cId="3987598273" sldId="369"/>
        </pc:sldMkLst>
      </pc:sldChg>
      <pc:sldChg chg="del">
        <pc:chgData name="ניב קופולוביץ" userId="0206eb30-381d-44cb-b094-52bcb345d922" providerId="ADAL" clId="{1547E835-BBCB-40A8-833C-CD344E18650E}" dt="2024-04-24T12:56:50.609" v="680" actId="47"/>
        <pc:sldMkLst>
          <pc:docMk/>
          <pc:sldMk cId="53812665" sldId="370"/>
        </pc:sldMkLst>
      </pc:sldChg>
      <pc:sldChg chg="modSp mod">
        <pc:chgData name="ניב קופולוביץ" userId="0206eb30-381d-44cb-b094-52bcb345d922" providerId="ADAL" clId="{1547E835-BBCB-40A8-833C-CD344E18650E}" dt="2024-04-25T17:36:47.785" v="9669" actId="108"/>
        <pc:sldMkLst>
          <pc:docMk/>
          <pc:sldMk cId="2486759982" sldId="371"/>
        </pc:sldMkLst>
        <pc:spChg chg="mod">
          <ac:chgData name="ניב קופולוביץ" userId="0206eb30-381d-44cb-b094-52bcb345d922" providerId="ADAL" clId="{1547E835-BBCB-40A8-833C-CD344E18650E}" dt="2024-04-25T17:36:47.785" v="9669" actId="108"/>
          <ac:spMkLst>
            <pc:docMk/>
            <pc:sldMk cId="2486759982" sldId="371"/>
            <ac:spMk id="3" creationId="{90B1E622-F11C-34F0-DAAB-757E93B858D8}"/>
          </ac:spMkLst>
        </pc:spChg>
        <pc:spChg chg="mod">
          <ac:chgData name="ניב קופולוביץ" userId="0206eb30-381d-44cb-b094-52bcb345d922" providerId="ADAL" clId="{1547E835-BBCB-40A8-833C-CD344E18650E}" dt="2024-04-25T16:39:07.112" v="9179" actId="14100"/>
          <ac:spMkLst>
            <pc:docMk/>
            <pc:sldMk cId="2486759982" sldId="371"/>
            <ac:spMk id="24" creationId="{1BF1101D-9F10-A4CE-EAC8-86CF512AA4A1}"/>
          </ac:spMkLst>
        </pc:spChg>
      </pc:sldChg>
      <pc:sldChg chg="del">
        <pc:chgData name="ניב קופולוביץ" userId="0206eb30-381d-44cb-b094-52bcb345d922" providerId="ADAL" clId="{1547E835-BBCB-40A8-833C-CD344E18650E}" dt="2024-04-24T12:56:50.609" v="680" actId="47"/>
        <pc:sldMkLst>
          <pc:docMk/>
          <pc:sldMk cId="1547589364" sldId="372"/>
        </pc:sldMkLst>
      </pc:sldChg>
      <pc:sldChg chg="del">
        <pc:chgData name="ניב קופולוביץ" userId="0206eb30-381d-44cb-b094-52bcb345d922" providerId="ADAL" clId="{1547E835-BBCB-40A8-833C-CD344E18650E}" dt="2024-04-24T12:56:50.609" v="680" actId="47"/>
        <pc:sldMkLst>
          <pc:docMk/>
          <pc:sldMk cId="635715466" sldId="373"/>
        </pc:sldMkLst>
      </pc:sldChg>
      <pc:sldChg chg="del">
        <pc:chgData name="ניב קופולוביץ" userId="0206eb30-381d-44cb-b094-52bcb345d922" providerId="ADAL" clId="{1547E835-BBCB-40A8-833C-CD344E18650E}" dt="2024-04-24T12:56:50.609" v="680" actId="47"/>
        <pc:sldMkLst>
          <pc:docMk/>
          <pc:sldMk cId="99351308" sldId="374"/>
        </pc:sldMkLst>
      </pc:sldChg>
      <pc:sldChg chg="del">
        <pc:chgData name="ניב קופולוביץ" userId="0206eb30-381d-44cb-b094-52bcb345d922" providerId="ADAL" clId="{1547E835-BBCB-40A8-833C-CD344E18650E}" dt="2024-04-24T12:56:50.609" v="680" actId="47"/>
        <pc:sldMkLst>
          <pc:docMk/>
          <pc:sldMk cId="250811962" sldId="375"/>
        </pc:sldMkLst>
      </pc:sldChg>
      <pc:sldChg chg="addSp delSp modSp add mod ord">
        <pc:chgData name="ניב קופולוביץ" userId="0206eb30-381d-44cb-b094-52bcb345d922" providerId="ADAL" clId="{1547E835-BBCB-40A8-833C-CD344E18650E}" dt="2024-04-25T06:29:33.999" v="3621" actId="21"/>
        <pc:sldMkLst>
          <pc:docMk/>
          <pc:sldMk cId="581499756" sldId="376"/>
        </pc:sldMkLst>
        <pc:spChg chg="add del mod">
          <ac:chgData name="ניב קופולוביץ" userId="0206eb30-381d-44cb-b094-52bcb345d922" providerId="ADAL" clId="{1547E835-BBCB-40A8-833C-CD344E18650E}" dt="2024-04-24T12:21:49.667" v="291" actId="478"/>
          <ac:spMkLst>
            <pc:docMk/>
            <pc:sldMk cId="581499756" sldId="376"/>
            <ac:spMk id="2" creationId="{B20D5EC3-C010-6B16-9E23-EFDEC074060E}"/>
          </ac:spMkLst>
        </pc:spChg>
        <pc:spChg chg="add mod">
          <ac:chgData name="ניב קופולוביץ" userId="0206eb30-381d-44cb-b094-52bcb345d922" providerId="ADAL" clId="{1547E835-BBCB-40A8-833C-CD344E18650E}" dt="2024-04-24T12:20:15.062" v="276"/>
          <ac:spMkLst>
            <pc:docMk/>
            <pc:sldMk cId="581499756" sldId="376"/>
            <ac:spMk id="3" creationId="{FE1A871B-3109-E109-9F2B-C3FF76E3A9C2}"/>
          </ac:spMkLst>
        </pc:spChg>
        <pc:spChg chg="add del mod">
          <ac:chgData name="ניב קופולוביץ" userId="0206eb30-381d-44cb-b094-52bcb345d922" providerId="ADAL" clId="{1547E835-BBCB-40A8-833C-CD344E18650E}" dt="2024-04-24T12:22:07.132" v="299" actId="478"/>
          <ac:spMkLst>
            <pc:docMk/>
            <pc:sldMk cId="581499756" sldId="376"/>
            <ac:spMk id="4" creationId="{B226DC3D-EC80-620C-D8B3-6D12428CD6A5}"/>
          </ac:spMkLst>
        </pc:spChg>
        <pc:spChg chg="del">
          <ac:chgData name="ניב קופולוביץ" userId="0206eb30-381d-44cb-b094-52bcb345d922" providerId="ADAL" clId="{1547E835-BBCB-40A8-833C-CD344E18650E}" dt="2024-04-24T12:16:53.603" v="208" actId="478"/>
          <ac:spMkLst>
            <pc:docMk/>
            <pc:sldMk cId="581499756" sldId="376"/>
            <ac:spMk id="5" creationId="{89A865EE-3620-A379-1EB9-D83434242F96}"/>
          </ac:spMkLst>
        </pc:spChg>
        <pc:spChg chg="del">
          <ac:chgData name="ניב קופולוביץ" userId="0206eb30-381d-44cb-b094-52bcb345d922" providerId="ADAL" clId="{1547E835-BBCB-40A8-833C-CD344E18650E}" dt="2024-04-24T12:17:28.791" v="211" actId="478"/>
          <ac:spMkLst>
            <pc:docMk/>
            <pc:sldMk cId="581499756" sldId="376"/>
            <ac:spMk id="7" creationId="{167EF854-D36A-BA2C-740E-911165456498}"/>
          </ac:spMkLst>
        </pc:spChg>
        <pc:spChg chg="mod">
          <ac:chgData name="ניב קופולוביץ" userId="0206eb30-381d-44cb-b094-52bcb345d922" providerId="ADAL" clId="{1547E835-BBCB-40A8-833C-CD344E18650E}" dt="2024-04-25T06:26:51.956" v="3559" actId="6549"/>
          <ac:spMkLst>
            <pc:docMk/>
            <pc:sldMk cId="581499756" sldId="376"/>
            <ac:spMk id="9" creationId="{3D198235-B3EC-4400-6030-699492EF7A5D}"/>
          </ac:spMkLst>
        </pc:spChg>
        <pc:spChg chg="mod">
          <ac:chgData name="ניב קופולוביץ" userId="0206eb30-381d-44cb-b094-52bcb345d922" providerId="ADAL" clId="{1547E835-BBCB-40A8-833C-CD344E18650E}" dt="2024-04-25T06:29:33.999" v="3621" actId="21"/>
          <ac:spMkLst>
            <pc:docMk/>
            <pc:sldMk cId="581499756" sldId="376"/>
            <ac:spMk id="12" creationId="{97E42D0B-B01D-1CDF-BF7A-5B5A8B40AE55}"/>
          </ac:spMkLst>
        </pc:spChg>
        <pc:picChg chg="del">
          <ac:chgData name="ניב קופולוביץ" userId="0206eb30-381d-44cb-b094-52bcb345d922" providerId="ADAL" clId="{1547E835-BBCB-40A8-833C-CD344E18650E}" dt="2024-04-24T12:16:52.868" v="207" actId="478"/>
          <ac:picMkLst>
            <pc:docMk/>
            <pc:sldMk cId="581499756" sldId="376"/>
            <ac:picMk id="8" creationId="{7B2DC235-AE23-8BE3-BFC1-21CB8B223A65}"/>
          </ac:picMkLst>
        </pc:picChg>
      </pc:sldChg>
      <pc:sldChg chg="delSp modSp add del mod">
        <pc:chgData name="ניב קופולוביץ" userId="0206eb30-381d-44cb-b094-52bcb345d922" providerId="ADAL" clId="{1547E835-BBCB-40A8-833C-CD344E18650E}" dt="2024-04-24T12:58:41.608" v="695" actId="2696"/>
        <pc:sldMkLst>
          <pc:docMk/>
          <pc:sldMk cId="772338737" sldId="377"/>
        </pc:sldMkLst>
        <pc:spChg chg="del mod">
          <ac:chgData name="ניב קופולוביץ" userId="0206eb30-381d-44cb-b094-52bcb345d922" providerId="ADAL" clId="{1547E835-BBCB-40A8-833C-CD344E18650E}" dt="2024-04-24T12:39:10.303" v="403" actId="478"/>
          <ac:spMkLst>
            <pc:docMk/>
            <pc:sldMk cId="772338737" sldId="377"/>
            <ac:spMk id="5" creationId="{89A865EE-3620-A379-1EB9-D83434242F96}"/>
          </ac:spMkLst>
        </pc:spChg>
        <pc:spChg chg="mod">
          <ac:chgData name="ניב קופולוביץ" userId="0206eb30-381d-44cb-b094-52bcb345d922" providerId="ADAL" clId="{1547E835-BBCB-40A8-833C-CD344E18650E}" dt="2024-04-24T12:54:03.095" v="582" actId="1076"/>
          <ac:spMkLst>
            <pc:docMk/>
            <pc:sldMk cId="772338737" sldId="377"/>
            <ac:spMk id="7" creationId="{167EF854-D36A-BA2C-740E-911165456498}"/>
          </ac:spMkLst>
        </pc:spChg>
        <pc:spChg chg="mod">
          <ac:chgData name="ניב קופולוביץ" userId="0206eb30-381d-44cb-b094-52bcb345d922" providerId="ADAL" clId="{1547E835-BBCB-40A8-833C-CD344E18650E}" dt="2024-04-24T12:56:07.990" v="673" actId="20577"/>
          <ac:spMkLst>
            <pc:docMk/>
            <pc:sldMk cId="772338737" sldId="377"/>
            <ac:spMk id="9" creationId="{3D198235-B3EC-4400-6030-699492EF7A5D}"/>
          </ac:spMkLst>
        </pc:spChg>
        <pc:spChg chg="del">
          <ac:chgData name="ניב קופולוביץ" userId="0206eb30-381d-44cb-b094-52bcb345d922" providerId="ADAL" clId="{1547E835-BBCB-40A8-833C-CD344E18650E}" dt="2024-04-24T12:32:41.580" v="381" actId="478"/>
          <ac:spMkLst>
            <pc:docMk/>
            <pc:sldMk cId="772338737" sldId="377"/>
            <ac:spMk id="12" creationId="{97E42D0B-B01D-1CDF-BF7A-5B5A8B40AE55}"/>
          </ac:spMkLst>
        </pc:spChg>
        <pc:picChg chg="del">
          <ac:chgData name="ניב קופולוביץ" userId="0206eb30-381d-44cb-b094-52bcb345d922" providerId="ADAL" clId="{1547E835-BBCB-40A8-833C-CD344E18650E}" dt="2024-04-24T12:27:14.896" v="355" actId="478"/>
          <ac:picMkLst>
            <pc:docMk/>
            <pc:sldMk cId="772338737" sldId="377"/>
            <ac:picMk id="8" creationId="{7B2DC235-AE23-8BE3-BFC1-21CB8B223A65}"/>
          </ac:picMkLst>
        </pc:picChg>
      </pc:sldChg>
      <pc:sldChg chg="delSp modSp add mod">
        <pc:chgData name="ניב קופולוביץ" userId="0206eb30-381d-44cb-b094-52bcb345d922" providerId="ADAL" clId="{1547E835-BBCB-40A8-833C-CD344E18650E}" dt="2024-04-25T14:19:35.384" v="7346" actId="20577"/>
        <pc:sldMkLst>
          <pc:docMk/>
          <pc:sldMk cId="3062842641" sldId="378"/>
        </pc:sldMkLst>
        <pc:spChg chg="del">
          <ac:chgData name="ניב קופולוביץ" userId="0206eb30-381d-44cb-b094-52bcb345d922" providerId="ADAL" clId="{1547E835-BBCB-40A8-833C-CD344E18650E}" dt="2024-04-24T12:57:44.010" v="689" actId="478"/>
          <ac:spMkLst>
            <pc:docMk/>
            <pc:sldMk cId="3062842641" sldId="378"/>
            <ac:spMk id="5" creationId="{89A865EE-3620-A379-1EB9-D83434242F96}"/>
          </ac:spMkLst>
        </pc:spChg>
        <pc:spChg chg="mod">
          <ac:chgData name="ניב קופולוביץ" userId="0206eb30-381d-44cb-b094-52bcb345d922" providerId="ADAL" clId="{1547E835-BBCB-40A8-833C-CD344E18650E}" dt="2024-04-25T14:19:35.384" v="7346" actId="20577"/>
          <ac:spMkLst>
            <pc:docMk/>
            <pc:sldMk cId="3062842641" sldId="378"/>
            <ac:spMk id="9" creationId="{3D198235-B3EC-4400-6030-699492EF7A5D}"/>
          </ac:spMkLst>
        </pc:spChg>
        <pc:spChg chg="mod">
          <ac:chgData name="ניב קופולוביץ" userId="0206eb30-381d-44cb-b094-52bcb345d922" providerId="ADAL" clId="{1547E835-BBCB-40A8-833C-CD344E18650E}" dt="2024-04-25T10:53:44.350" v="4871" actId="1076"/>
          <ac:spMkLst>
            <pc:docMk/>
            <pc:sldMk cId="3062842641" sldId="378"/>
            <ac:spMk id="12" creationId="{97E42D0B-B01D-1CDF-BF7A-5B5A8B40AE55}"/>
          </ac:spMkLst>
        </pc:spChg>
        <pc:picChg chg="del">
          <ac:chgData name="ניב קופולוביץ" userId="0206eb30-381d-44cb-b094-52bcb345d922" providerId="ADAL" clId="{1547E835-BBCB-40A8-833C-CD344E18650E}" dt="2024-04-24T12:57:43.434" v="688" actId="478"/>
          <ac:picMkLst>
            <pc:docMk/>
            <pc:sldMk cId="3062842641" sldId="378"/>
            <ac:picMk id="8" creationId="{7B2DC235-AE23-8BE3-BFC1-21CB8B223A65}"/>
          </ac:picMkLst>
        </pc:picChg>
      </pc:sldChg>
      <pc:sldChg chg="addSp delSp modSp add mod">
        <pc:chgData name="ניב קופולוביץ" userId="0206eb30-381d-44cb-b094-52bcb345d922" providerId="ADAL" clId="{1547E835-BBCB-40A8-833C-CD344E18650E}" dt="2024-04-26T13:32:05.762" v="9948" actId="20577"/>
        <pc:sldMkLst>
          <pc:docMk/>
          <pc:sldMk cId="2825479183" sldId="379"/>
        </pc:sldMkLst>
        <pc:spChg chg="add mod">
          <ac:chgData name="ניב קופולוביץ" userId="0206eb30-381d-44cb-b094-52bcb345d922" providerId="ADAL" clId="{1547E835-BBCB-40A8-833C-CD344E18650E}" dt="2024-04-24T13:00:16.665" v="729"/>
          <ac:spMkLst>
            <pc:docMk/>
            <pc:sldMk cId="2825479183" sldId="379"/>
            <ac:spMk id="3" creationId="{BBBCE781-B113-3C02-F65B-5052CAE4D042}"/>
          </ac:spMkLst>
        </pc:spChg>
        <pc:spChg chg="add del mod">
          <ac:chgData name="ניב קופולוביץ" userId="0206eb30-381d-44cb-b094-52bcb345d922" providerId="ADAL" clId="{1547E835-BBCB-40A8-833C-CD344E18650E}" dt="2024-04-24T13:02:24.250" v="782" actId="478"/>
          <ac:spMkLst>
            <pc:docMk/>
            <pc:sldMk cId="2825479183" sldId="379"/>
            <ac:spMk id="5" creationId="{3F1C1467-5EA3-B47D-E7C5-7799AF791258}"/>
          </ac:spMkLst>
        </pc:spChg>
        <pc:spChg chg="add mod">
          <ac:chgData name="ניב קופולוביץ" userId="0206eb30-381d-44cb-b094-52bcb345d922" providerId="ADAL" clId="{1547E835-BBCB-40A8-833C-CD344E18650E}" dt="2024-04-24T13:22:39.383" v="1240" actId="1076"/>
          <ac:spMkLst>
            <pc:docMk/>
            <pc:sldMk cId="2825479183" sldId="379"/>
            <ac:spMk id="8" creationId="{8F179FEC-5E8C-76B7-87DC-1FE04DC6AF92}"/>
          </ac:spMkLst>
        </pc:spChg>
        <pc:spChg chg="mod">
          <ac:chgData name="ניב קופולוביץ" userId="0206eb30-381d-44cb-b094-52bcb345d922" providerId="ADAL" clId="{1547E835-BBCB-40A8-833C-CD344E18650E}" dt="2024-04-25T14:30:34.803" v="7601" actId="20577"/>
          <ac:spMkLst>
            <pc:docMk/>
            <pc:sldMk cId="2825479183" sldId="379"/>
            <ac:spMk id="9" creationId="{3D198235-B3EC-4400-6030-699492EF7A5D}"/>
          </ac:spMkLst>
        </pc:spChg>
        <pc:spChg chg="add mod">
          <ac:chgData name="ניב קופולוביץ" userId="0206eb30-381d-44cb-b094-52bcb345d922" providerId="ADAL" clId="{1547E835-BBCB-40A8-833C-CD344E18650E}" dt="2024-04-26T13:32:05.762" v="9948" actId="20577"/>
          <ac:spMkLst>
            <pc:docMk/>
            <pc:sldMk cId="2825479183" sldId="379"/>
            <ac:spMk id="10" creationId="{C3C7FCDD-44E6-4BDA-2CD5-921EA8A03DF0}"/>
          </ac:spMkLst>
        </pc:spChg>
        <pc:picChg chg="add mod">
          <ac:chgData name="ניב קופולוביץ" userId="0206eb30-381d-44cb-b094-52bcb345d922" providerId="ADAL" clId="{1547E835-BBCB-40A8-833C-CD344E18650E}" dt="2024-04-24T13:00:16.665" v="729"/>
          <ac:picMkLst>
            <pc:docMk/>
            <pc:sldMk cId="2825479183" sldId="379"/>
            <ac:picMk id="2" creationId="{12D67FC0-F522-C331-9DC2-4D81398FDEF2}"/>
          </ac:picMkLst>
        </pc:picChg>
        <pc:picChg chg="add del mod">
          <ac:chgData name="ניב קופולוביץ" userId="0206eb30-381d-44cb-b094-52bcb345d922" providerId="ADAL" clId="{1547E835-BBCB-40A8-833C-CD344E18650E}" dt="2024-04-24T13:00:29.006" v="732" actId="478"/>
          <ac:picMkLst>
            <pc:docMk/>
            <pc:sldMk cId="2825479183" sldId="379"/>
            <ac:picMk id="4" creationId="{CE4A29E5-27E8-C167-BAA3-5F2024386D7C}"/>
          </ac:picMkLst>
        </pc:picChg>
        <pc:picChg chg="add del mod">
          <ac:chgData name="ניב קופולוביץ" userId="0206eb30-381d-44cb-b094-52bcb345d922" providerId="ADAL" clId="{1547E835-BBCB-40A8-833C-CD344E18650E}" dt="2024-04-24T13:12:08.881" v="905" actId="478"/>
          <ac:picMkLst>
            <pc:docMk/>
            <pc:sldMk cId="2825479183" sldId="379"/>
            <ac:picMk id="7" creationId="{CE4BB2C1-2AB6-36C5-C187-C23BCE956544}"/>
          </ac:picMkLst>
        </pc:picChg>
        <pc:picChg chg="add mod">
          <ac:chgData name="ניב קופולוביץ" userId="0206eb30-381d-44cb-b094-52bcb345d922" providerId="ADAL" clId="{1547E835-BBCB-40A8-833C-CD344E18650E}" dt="2024-04-24T13:12:12.874" v="907" actId="1076"/>
          <ac:picMkLst>
            <pc:docMk/>
            <pc:sldMk cId="2825479183" sldId="379"/>
            <ac:picMk id="12" creationId="{45B0EFA8-8BA9-FDA7-6492-59B870B5C1A7}"/>
          </ac:picMkLst>
        </pc:picChg>
      </pc:sldChg>
      <pc:sldChg chg="add del">
        <pc:chgData name="ניב קופולוביץ" userId="0206eb30-381d-44cb-b094-52bcb345d922" providerId="ADAL" clId="{1547E835-BBCB-40A8-833C-CD344E18650E}" dt="2024-04-24T13:18:03.385" v="997" actId="2696"/>
        <pc:sldMkLst>
          <pc:docMk/>
          <pc:sldMk cId="2752578047" sldId="380"/>
        </pc:sldMkLst>
      </pc:sldChg>
      <pc:sldChg chg="addSp delSp modSp add mod ord">
        <pc:chgData name="ניב קופולוביץ" userId="0206eb30-381d-44cb-b094-52bcb345d922" providerId="ADAL" clId="{1547E835-BBCB-40A8-833C-CD344E18650E}" dt="2024-04-25T14:30:37.298" v="7602" actId="20577"/>
        <pc:sldMkLst>
          <pc:docMk/>
          <pc:sldMk cId="4025337240" sldId="381"/>
        </pc:sldMkLst>
        <pc:spChg chg="add mod">
          <ac:chgData name="ניב קופולוביץ" userId="0206eb30-381d-44cb-b094-52bcb345d922" providerId="ADAL" clId="{1547E835-BBCB-40A8-833C-CD344E18650E}" dt="2024-04-24T13:44:27.794" v="1465" actId="20577"/>
          <ac:spMkLst>
            <pc:docMk/>
            <pc:sldMk cId="4025337240" sldId="381"/>
            <ac:spMk id="5" creationId="{BF4F2C32-E81B-C407-683A-A15EC9497B27}"/>
          </ac:spMkLst>
        </pc:spChg>
        <pc:spChg chg="add del mod">
          <ac:chgData name="ניב קופולוביץ" userId="0206eb30-381d-44cb-b094-52bcb345d922" providerId="ADAL" clId="{1547E835-BBCB-40A8-833C-CD344E18650E}" dt="2024-04-24T13:39:00.190" v="1376" actId="478"/>
          <ac:spMkLst>
            <pc:docMk/>
            <pc:sldMk cId="4025337240" sldId="381"/>
            <ac:spMk id="6" creationId="{C6A8023A-E723-8E36-D51C-2D6B9D577133}"/>
          </ac:spMkLst>
        </pc:spChg>
        <pc:spChg chg="add del mod">
          <ac:chgData name="ניב קופולוביץ" userId="0206eb30-381d-44cb-b094-52bcb345d922" providerId="ADAL" clId="{1547E835-BBCB-40A8-833C-CD344E18650E}" dt="2024-04-24T13:39:00.190" v="1376" actId="478"/>
          <ac:spMkLst>
            <pc:docMk/>
            <pc:sldMk cId="4025337240" sldId="381"/>
            <ac:spMk id="7" creationId="{FF1416E5-9481-0022-2950-2972BAA9876E}"/>
          </ac:spMkLst>
        </pc:spChg>
        <pc:spChg chg="mod">
          <ac:chgData name="ניב קופולוביץ" userId="0206eb30-381d-44cb-b094-52bcb345d922" providerId="ADAL" clId="{1547E835-BBCB-40A8-833C-CD344E18650E}" dt="2024-04-25T14:30:37.298" v="7602" actId="20577"/>
          <ac:spMkLst>
            <pc:docMk/>
            <pc:sldMk cId="4025337240" sldId="381"/>
            <ac:spMk id="9" creationId="{3D198235-B3EC-4400-6030-699492EF7A5D}"/>
          </ac:spMkLst>
        </pc:spChg>
        <pc:picChg chg="add del mod modCrop">
          <ac:chgData name="ניב קופולוביץ" userId="0206eb30-381d-44cb-b094-52bcb345d922" providerId="ADAL" clId="{1547E835-BBCB-40A8-833C-CD344E18650E}" dt="2024-04-24T13:39:00.190" v="1376" actId="478"/>
          <ac:picMkLst>
            <pc:docMk/>
            <pc:sldMk cId="4025337240" sldId="381"/>
            <ac:picMk id="3" creationId="{782E2BF2-9C9A-BFCF-7FCA-08C471FF9649}"/>
          </ac:picMkLst>
        </pc:picChg>
        <pc:picChg chg="add del mod modCrop">
          <ac:chgData name="ניב קופולוביץ" userId="0206eb30-381d-44cb-b094-52bcb345d922" providerId="ADAL" clId="{1547E835-BBCB-40A8-833C-CD344E18650E}" dt="2024-04-24T13:39:02.058" v="1378" actId="478"/>
          <ac:picMkLst>
            <pc:docMk/>
            <pc:sldMk cId="4025337240" sldId="381"/>
            <ac:picMk id="4" creationId="{E213132D-0570-5C24-7216-97F145B2D229}"/>
          </ac:picMkLst>
        </pc:picChg>
      </pc:sldChg>
      <pc:sldChg chg="delSp modSp add del mod">
        <pc:chgData name="ניב קופולוביץ" userId="0206eb30-381d-44cb-b094-52bcb345d922" providerId="ADAL" clId="{1547E835-BBCB-40A8-833C-CD344E18650E}" dt="2024-04-24T13:43:33.894" v="1447" actId="2696"/>
        <pc:sldMkLst>
          <pc:docMk/>
          <pc:sldMk cId="3091025246" sldId="382"/>
        </pc:sldMkLst>
        <pc:spChg chg="del mod">
          <ac:chgData name="ניב קופולוביץ" userId="0206eb30-381d-44cb-b094-52bcb345d922" providerId="ADAL" clId="{1547E835-BBCB-40A8-833C-CD344E18650E}" dt="2024-04-24T13:43:27.709" v="1444" actId="21"/>
          <ac:spMkLst>
            <pc:docMk/>
            <pc:sldMk cId="3091025246" sldId="382"/>
            <ac:spMk id="5" creationId="{BF4F2C32-E81B-C407-683A-A15EC9497B27}"/>
          </ac:spMkLst>
        </pc:spChg>
        <pc:spChg chg="del">
          <ac:chgData name="ניב קופולוביץ" userId="0206eb30-381d-44cb-b094-52bcb345d922" providerId="ADAL" clId="{1547E835-BBCB-40A8-833C-CD344E18650E}" dt="2024-04-24T13:43:27.709" v="1444" actId="21"/>
          <ac:spMkLst>
            <pc:docMk/>
            <pc:sldMk cId="3091025246" sldId="382"/>
            <ac:spMk id="6" creationId="{C6A8023A-E723-8E36-D51C-2D6B9D577133}"/>
          </ac:spMkLst>
        </pc:spChg>
        <pc:spChg chg="del">
          <ac:chgData name="ניב קופולוביץ" userId="0206eb30-381d-44cb-b094-52bcb345d922" providerId="ADAL" clId="{1547E835-BBCB-40A8-833C-CD344E18650E}" dt="2024-04-24T13:43:27.709" v="1444" actId="21"/>
          <ac:spMkLst>
            <pc:docMk/>
            <pc:sldMk cId="3091025246" sldId="382"/>
            <ac:spMk id="7" creationId="{FF1416E5-9481-0022-2950-2972BAA9876E}"/>
          </ac:spMkLst>
        </pc:spChg>
        <pc:spChg chg="mod">
          <ac:chgData name="ניב קופולוביץ" userId="0206eb30-381d-44cb-b094-52bcb345d922" providerId="ADAL" clId="{1547E835-BBCB-40A8-833C-CD344E18650E}" dt="2024-04-24T13:43:24.913" v="1443" actId="1076"/>
          <ac:spMkLst>
            <pc:docMk/>
            <pc:sldMk cId="3091025246" sldId="382"/>
            <ac:spMk id="9" creationId="{3D198235-B3EC-4400-6030-699492EF7A5D}"/>
          </ac:spMkLst>
        </pc:spChg>
        <pc:picChg chg="del">
          <ac:chgData name="ניב קופולוביץ" userId="0206eb30-381d-44cb-b094-52bcb345d922" providerId="ADAL" clId="{1547E835-BBCB-40A8-833C-CD344E18650E}" dt="2024-04-24T13:43:27.709" v="1444" actId="21"/>
          <ac:picMkLst>
            <pc:docMk/>
            <pc:sldMk cId="3091025246" sldId="382"/>
            <ac:picMk id="3" creationId="{782E2BF2-9C9A-BFCF-7FCA-08C471FF9649}"/>
          </ac:picMkLst>
        </pc:picChg>
        <pc:picChg chg="del">
          <ac:chgData name="ניב קופולוביץ" userId="0206eb30-381d-44cb-b094-52bcb345d922" providerId="ADAL" clId="{1547E835-BBCB-40A8-833C-CD344E18650E}" dt="2024-04-24T13:43:27.709" v="1444" actId="21"/>
          <ac:picMkLst>
            <pc:docMk/>
            <pc:sldMk cId="3091025246" sldId="382"/>
            <ac:picMk id="4" creationId="{E213132D-0570-5C24-7216-97F145B2D229}"/>
          </ac:picMkLst>
        </pc:picChg>
      </pc:sldChg>
      <pc:sldChg chg="addSp delSp modSp add mod">
        <pc:chgData name="ניב קופולוביץ" userId="0206eb30-381d-44cb-b094-52bcb345d922" providerId="ADAL" clId="{1547E835-BBCB-40A8-833C-CD344E18650E}" dt="2024-04-25T14:30:38.633" v="7603" actId="20577"/>
        <pc:sldMkLst>
          <pc:docMk/>
          <pc:sldMk cId="4163431022" sldId="383"/>
        </pc:sldMkLst>
        <pc:spChg chg="add mod">
          <ac:chgData name="ניב קופולוביץ" userId="0206eb30-381d-44cb-b094-52bcb345d922" providerId="ADAL" clId="{1547E835-BBCB-40A8-833C-CD344E18650E}" dt="2024-04-24T13:59:08.387" v="1706" actId="20577"/>
          <ac:spMkLst>
            <pc:docMk/>
            <pc:sldMk cId="4163431022" sldId="383"/>
            <ac:spMk id="2" creationId="{BF4F2C32-E81B-C407-683A-A15EC9497B27}"/>
          </ac:spMkLst>
        </pc:spChg>
        <pc:spChg chg="del">
          <ac:chgData name="ניב קופולוביץ" userId="0206eb30-381d-44cb-b094-52bcb345d922" providerId="ADAL" clId="{1547E835-BBCB-40A8-833C-CD344E18650E}" dt="2024-04-24T13:43:30.863" v="1445" actId="478"/>
          <ac:spMkLst>
            <pc:docMk/>
            <pc:sldMk cId="4163431022" sldId="383"/>
            <ac:spMk id="5" creationId="{BF4F2C32-E81B-C407-683A-A15EC9497B27}"/>
          </ac:spMkLst>
        </pc:spChg>
        <pc:spChg chg="add mod">
          <ac:chgData name="ניב קופולוביץ" userId="0206eb30-381d-44cb-b094-52bcb345d922" providerId="ADAL" clId="{1547E835-BBCB-40A8-833C-CD344E18650E}" dt="2024-04-24T13:54:03.982" v="1622" actId="571"/>
          <ac:spMkLst>
            <pc:docMk/>
            <pc:sldMk cId="4163431022" sldId="383"/>
            <ac:spMk id="6" creationId="{C6A8023A-E723-8E36-D51C-2D6B9D577133}"/>
          </ac:spMkLst>
        </pc:spChg>
        <pc:spChg chg="add mod">
          <ac:chgData name="ניב קופולוביץ" userId="0206eb30-381d-44cb-b094-52bcb345d922" providerId="ADAL" clId="{1547E835-BBCB-40A8-833C-CD344E18650E}" dt="2024-04-24T13:55:24.684" v="1661" actId="164"/>
          <ac:spMkLst>
            <pc:docMk/>
            <pc:sldMk cId="4163431022" sldId="383"/>
            <ac:spMk id="7" creationId="{FF1416E5-9481-0022-2950-2972BAA9876E}"/>
          </ac:spMkLst>
        </pc:spChg>
        <pc:spChg chg="mod">
          <ac:chgData name="ניב קופולוביץ" userId="0206eb30-381d-44cb-b094-52bcb345d922" providerId="ADAL" clId="{1547E835-BBCB-40A8-833C-CD344E18650E}" dt="2024-04-25T14:30:38.633" v="7603" actId="20577"/>
          <ac:spMkLst>
            <pc:docMk/>
            <pc:sldMk cId="4163431022" sldId="383"/>
            <ac:spMk id="9" creationId="{3D198235-B3EC-4400-6030-699492EF7A5D}"/>
          </ac:spMkLst>
        </pc:spChg>
        <pc:spChg chg="add mod">
          <ac:chgData name="ניב קופולוביץ" userId="0206eb30-381d-44cb-b094-52bcb345d922" providerId="ADAL" clId="{1547E835-BBCB-40A8-833C-CD344E18650E}" dt="2024-04-24T13:54:03.982" v="1622" actId="571"/>
          <ac:spMkLst>
            <pc:docMk/>
            <pc:sldMk cId="4163431022" sldId="383"/>
            <ac:spMk id="12" creationId="{2364A0FC-6A26-9685-0A38-5F10A2F9FF5F}"/>
          </ac:spMkLst>
        </pc:spChg>
        <pc:spChg chg="add del mod">
          <ac:chgData name="ניב קופולוביץ" userId="0206eb30-381d-44cb-b094-52bcb345d922" providerId="ADAL" clId="{1547E835-BBCB-40A8-833C-CD344E18650E}" dt="2024-04-24T13:54:58.339" v="1652" actId="478"/>
          <ac:spMkLst>
            <pc:docMk/>
            <pc:sldMk cId="4163431022" sldId="383"/>
            <ac:spMk id="13" creationId="{2F95C777-8B9F-E5DE-AD80-A7673EE52DEA}"/>
          </ac:spMkLst>
        </pc:spChg>
        <pc:spChg chg="add mod">
          <ac:chgData name="ניב קופולוביץ" userId="0206eb30-381d-44cb-b094-52bcb345d922" providerId="ADAL" clId="{1547E835-BBCB-40A8-833C-CD344E18650E}" dt="2024-04-24T13:55:57.764" v="1673" actId="164"/>
          <ac:spMkLst>
            <pc:docMk/>
            <pc:sldMk cId="4163431022" sldId="383"/>
            <ac:spMk id="14" creationId="{8BBE86B0-82E9-7C24-A05E-537935223E71}"/>
          </ac:spMkLst>
        </pc:spChg>
        <pc:spChg chg="add mod">
          <ac:chgData name="ניב קופולוביץ" userId="0206eb30-381d-44cb-b094-52bcb345d922" providerId="ADAL" clId="{1547E835-BBCB-40A8-833C-CD344E18650E}" dt="2024-04-24T13:55:41.992" v="1667" actId="1076"/>
          <ac:spMkLst>
            <pc:docMk/>
            <pc:sldMk cId="4163431022" sldId="383"/>
            <ac:spMk id="15" creationId="{EBCFF093-9DB4-6DA5-CDDA-F7554CFDD685}"/>
          </ac:spMkLst>
        </pc:spChg>
        <pc:spChg chg="add del mod">
          <ac:chgData name="ניב קופולוביץ" userId="0206eb30-381d-44cb-b094-52bcb345d922" providerId="ADAL" clId="{1547E835-BBCB-40A8-833C-CD344E18650E}" dt="2024-04-24T13:59:15.460" v="1708" actId="478"/>
          <ac:spMkLst>
            <pc:docMk/>
            <pc:sldMk cId="4163431022" sldId="383"/>
            <ac:spMk id="19" creationId="{414A8C8A-0B88-FE64-205B-5977A7E19013}"/>
          </ac:spMkLst>
        </pc:spChg>
        <pc:spChg chg="add del mod">
          <ac:chgData name="ניב קופולוביץ" userId="0206eb30-381d-44cb-b094-52bcb345d922" providerId="ADAL" clId="{1547E835-BBCB-40A8-833C-CD344E18650E}" dt="2024-04-24T13:59:15.460" v="1708" actId="478"/>
          <ac:spMkLst>
            <pc:docMk/>
            <pc:sldMk cId="4163431022" sldId="383"/>
            <ac:spMk id="20" creationId="{5A54A706-0DD9-BFE7-49AC-E259FF981995}"/>
          </ac:spMkLst>
        </pc:spChg>
        <pc:spChg chg="mod">
          <ac:chgData name="ניב קופולוביץ" userId="0206eb30-381d-44cb-b094-52bcb345d922" providerId="ADAL" clId="{1547E835-BBCB-40A8-833C-CD344E18650E}" dt="2024-04-24T13:59:17.521" v="1710"/>
          <ac:spMkLst>
            <pc:docMk/>
            <pc:sldMk cId="4163431022" sldId="383"/>
            <ac:spMk id="23" creationId="{C6A8023A-E723-8E36-D51C-2D6B9D577133}"/>
          </ac:spMkLst>
        </pc:spChg>
        <pc:spChg chg="mod">
          <ac:chgData name="ניב קופולוביץ" userId="0206eb30-381d-44cb-b094-52bcb345d922" providerId="ADAL" clId="{1547E835-BBCB-40A8-833C-CD344E18650E}" dt="2024-04-24T13:59:17.521" v="1710"/>
          <ac:spMkLst>
            <pc:docMk/>
            <pc:sldMk cId="4163431022" sldId="383"/>
            <ac:spMk id="26" creationId="{FF1416E5-9481-0022-2950-2972BAA9876E}"/>
          </ac:spMkLst>
        </pc:spChg>
        <pc:spChg chg="mod">
          <ac:chgData name="ניב קופולוביץ" userId="0206eb30-381d-44cb-b094-52bcb345d922" providerId="ADAL" clId="{1547E835-BBCB-40A8-833C-CD344E18650E}" dt="2024-04-24T13:59:17.521" v="1710"/>
          <ac:spMkLst>
            <pc:docMk/>
            <pc:sldMk cId="4163431022" sldId="383"/>
            <ac:spMk id="29" creationId="{8BBE86B0-82E9-7C24-A05E-537935223E71}"/>
          </ac:spMkLst>
        </pc:spChg>
        <pc:spChg chg="mod">
          <ac:chgData name="ניב קופולוביץ" userId="0206eb30-381d-44cb-b094-52bcb345d922" providerId="ADAL" clId="{1547E835-BBCB-40A8-833C-CD344E18650E}" dt="2024-04-24T13:59:17.521" v="1710"/>
          <ac:spMkLst>
            <pc:docMk/>
            <pc:sldMk cId="4163431022" sldId="383"/>
            <ac:spMk id="32" creationId="{EBCFF093-9DB4-6DA5-CDDA-F7554CFDD685}"/>
          </ac:spMkLst>
        </pc:spChg>
        <pc:spChg chg="add mod">
          <ac:chgData name="ניב קופולוביץ" userId="0206eb30-381d-44cb-b094-52bcb345d922" providerId="ADAL" clId="{1547E835-BBCB-40A8-833C-CD344E18650E}" dt="2024-04-24T13:59:17.521" v="1710"/>
          <ac:spMkLst>
            <pc:docMk/>
            <pc:sldMk cId="4163431022" sldId="383"/>
            <ac:spMk id="33" creationId="{414A8C8A-0B88-FE64-205B-5977A7E19013}"/>
          </ac:spMkLst>
        </pc:spChg>
        <pc:spChg chg="add mod">
          <ac:chgData name="ניב קופולוביץ" userId="0206eb30-381d-44cb-b094-52bcb345d922" providerId="ADAL" clId="{1547E835-BBCB-40A8-833C-CD344E18650E}" dt="2024-04-24T13:59:17.521" v="1710"/>
          <ac:spMkLst>
            <pc:docMk/>
            <pc:sldMk cId="4163431022" sldId="383"/>
            <ac:spMk id="34" creationId="{5A54A706-0DD9-BFE7-49AC-E259FF981995}"/>
          </ac:spMkLst>
        </pc:spChg>
        <pc:grpChg chg="add del mod">
          <ac:chgData name="ניב קופולוביץ" userId="0206eb30-381d-44cb-b094-52bcb345d922" providerId="ADAL" clId="{1547E835-BBCB-40A8-833C-CD344E18650E}" dt="2024-04-24T13:59:15.460" v="1708" actId="478"/>
          <ac:grpSpMkLst>
            <pc:docMk/>
            <pc:sldMk cId="4163431022" sldId="383"/>
            <ac:grpSpMk id="11" creationId="{E48C9907-EA6C-3184-95E1-4787F64EC14F}"/>
          </ac:grpSpMkLst>
        </pc:grpChg>
        <pc:grpChg chg="add del mod">
          <ac:chgData name="ניב קופולוביץ" userId="0206eb30-381d-44cb-b094-52bcb345d922" providerId="ADAL" clId="{1547E835-BBCB-40A8-833C-CD344E18650E}" dt="2024-04-24T13:59:16.594" v="1709" actId="478"/>
          <ac:grpSpMkLst>
            <pc:docMk/>
            <pc:sldMk cId="4163431022" sldId="383"/>
            <ac:grpSpMk id="16" creationId="{3B1F2A86-22C5-BF04-E853-38AC76FA601C}"/>
          </ac:grpSpMkLst>
        </pc:grpChg>
        <pc:grpChg chg="add del mod">
          <ac:chgData name="ניב קופולוביץ" userId="0206eb30-381d-44cb-b094-52bcb345d922" providerId="ADAL" clId="{1547E835-BBCB-40A8-833C-CD344E18650E}" dt="2024-04-24T13:59:15.460" v="1708" actId="478"/>
          <ac:grpSpMkLst>
            <pc:docMk/>
            <pc:sldMk cId="4163431022" sldId="383"/>
            <ac:grpSpMk id="17" creationId="{EF3AEDE6-0589-37B0-293A-C25D221C8831}"/>
          </ac:grpSpMkLst>
        </pc:grpChg>
        <pc:grpChg chg="add del mod">
          <ac:chgData name="ניב קופולוביץ" userId="0206eb30-381d-44cb-b094-52bcb345d922" providerId="ADAL" clId="{1547E835-BBCB-40A8-833C-CD344E18650E}" dt="2024-04-24T13:59:15.460" v="1708" actId="478"/>
          <ac:grpSpMkLst>
            <pc:docMk/>
            <pc:sldMk cId="4163431022" sldId="383"/>
            <ac:grpSpMk id="18" creationId="{A4D0FD97-C144-BAFD-440F-F5B04674C64B}"/>
          </ac:grpSpMkLst>
        </pc:grpChg>
        <pc:grpChg chg="add mod">
          <ac:chgData name="ניב קופולוביץ" userId="0206eb30-381d-44cb-b094-52bcb345d922" providerId="ADAL" clId="{1547E835-BBCB-40A8-833C-CD344E18650E}" dt="2024-04-24T13:59:17.521" v="1710"/>
          <ac:grpSpMkLst>
            <pc:docMk/>
            <pc:sldMk cId="4163431022" sldId="383"/>
            <ac:grpSpMk id="21" creationId="{E48C9907-EA6C-3184-95E1-4787F64EC14F}"/>
          </ac:grpSpMkLst>
        </pc:grpChg>
        <pc:grpChg chg="add mod">
          <ac:chgData name="ניב קופולוביץ" userId="0206eb30-381d-44cb-b094-52bcb345d922" providerId="ADAL" clId="{1547E835-BBCB-40A8-833C-CD344E18650E}" dt="2024-04-24T13:59:17.521" v="1710"/>
          <ac:grpSpMkLst>
            <pc:docMk/>
            <pc:sldMk cId="4163431022" sldId="383"/>
            <ac:grpSpMk id="24" creationId="{EF3AEDE6-0589-37B0-293A-C25D221C8831}"/>
          </ac:grpSpMkLst>
        </pc:grpChg>
        <pc:grpChg chg="add mod">
          <ac:chgData name="ניב קופולוביץ" userId="0206eb30-381d-44cb-b094-52bcb345d922" providerId="ADAL" clId="{1547E835-BBCB-40A8-833C-CD344E18650E}" dt="2024-04-24T13:59:17.521" v="1710"/>
          <ac:grpSpMkLst>
            <pc:docMk/>
            <pc:sldMk cId="4163431022" sldId="383"/>
            <ac:grpSpMk id="27" creationId="{A4D0FD97-C144-BAFD-440F-F5B04674C64B}"/>
          </ac:grpSpMkLst>
        </pc:grpChg>
        <pc:grpChg chg="add mod">
          <ac:chgData name="ניב קופולוביץ" userId="0206eb30-381d-44cb-b094-52bcb345d922" providerId="ADAL" clId="{1547E835-BBCB-40A8-833C-CD344E18650E}" dt="2024-04-24T13:59:17.521" v="1710"/>
          <ac:grpSpMkLst>
            <pc:docMk/>
            <pc:sldMk cId="4163431022" sldId="383"/>
            <ac:grpSpMk id="30" creationId="{3B1F2A86-22C5-BF04-E853-38AC76FA601C}"/>
          </ac:grpSpMkLst>
        </pc:grpChg>
        <pc:picChg chg="add mod">
          <ac:chgData name="ניב קופולוביץ" userId="0206eb30-381d-44cb-b094-52bcb345d922" providerId="ADAL" clId="{1547E835-BBCB-40A8-833C-CD344E18650E}" dt="2024-04-24T13:55:24.684" v="1661" actId="164"/>
          <ac:picMkLst>
            <pc:docMk/>
            <pc:sldMk cId="4163431022" sldId="383"/>
            <ac:picMk id="3" creationId="{782E2BF2-9C9A-BFCF-7FCA-08C471FF9649}"/>
          </ac:picMkLst>
        </pc:picChg>
        <pc:picChg chg="add mod">
          <ac:chgData name="ניב קופולוביץ" userId="0206eb30-381d-44cb-b094-52bcb345d922" providerId="ADAL" clId="{1547E835-BBCB-40A8-833C-CD344E18650E}" dt="2024-04-24T13:54:03.982" v="1622" actId="571"/>
          <ac:picMkLst>
            <pc:docMk/>
            <pc:sldMk cId="4163431022" sldId="383"/>
            <ac:picMk id="4" creationId="{E213132D-0570-5C24-7216-97F145B2D229}"/>
          </ac:picMkLst>
        </pc:picChg>
        <pc:picChg chg="add mod">
          <ac:chgData name="ניב קופולוביץ" userId="0206eb30-381d-44cb-b094-52bcb345d922" providerId="ADAL" clId="{1547E835-BBCB-40A8-833C-CD344E18650E}" dt="2024-04-24T13:55:35.592" v="1665" actId="1076"/>
          <ac:picMkLst>
            <pc:docMk/>
            <pc:sldMk cId="4163431022" sldId="383"/>
            <ac:picMk id="8" creationId="{7D59DF32-3E7F-45EC-F766-8E74DC6E114B}"/>
          </ac:picMkLst>
        </pc:picChg>
        <pc:picChg chg="add mod">
          <ac:chgData name="ניב קופולוביץ" userId="0206eb30-381d-44cb-b094-52bcb345d922" providerId="ADAL" clId="{1547E835-BBCB-40A8-833C-CD344E18650E}" dt="2024-04-24T13:55:57.764" v="1673" actId="164"/>
          <ac:picMkLst>
            <pc:docMk/>
            <pc:sldMk cId="4163431022" sldId="383"/>
            <ac:picMk id="10" creationId="{354E0DA3-DF3C-E13F-02F3-C08D317E65D1}"/>
          </ac:picMkLst>
        </pc:picChg>
        <pc:picChg chg="mod">
          <ac:chgData name="ניב קופולוביץ" userId="0206eb30-381d-44cb-b094-52bcb345d922" providerId="ADAL" clId="{1547E835-BBCB-40A8-833C-CD344E18650E}" dt="2024-04-24T13:59:17.521" v="1710"/>
          <ac:picMkLst>
            <pc:docMk/>
            <pc:sldMk cId="4163431022" sldId="383"/>
            <ac:picMk id="22" creationId="{E213132D-0570-5C24-7216-97F145B2D229}"/>
          </ac:picMkLst>
        </pc:picChg>
        <pc:picChg chg="mod">
          <ac:chgData name="ניב קופולוביץ" userId="0206eb30-381d-44cb-b094-52bcb345d922" providerId="ADAL" clId="{1547E835-BBCB-40A8-833C-CD344E18650E}" dt="2024-04-24T13:59:17.521" v="1710"/>
          <ac:picMkLst>
            <pc:docMk/>
            <pc:sldMk cId="4163431022" sldId="383"/>
            <ac:picMk id="25" creationId="{782E2BF2-9C9A-BFCF-7FCA-08C471FF9649}"/>
          </ac:picMkLst>
        </pc:picChg>
        <pc:picChg chg="mod">
          <ac:chgData name="ניב קופולוביץ" userId="0206eb30-381d-44cb-b094-52bcb345d922" providerId="ADAL" clId="{1547E835-BBCB-40A8-833C-CD344E18650E}" dt="2024-04-24T13:59:17.521" v="1710"/>
          <ac:picMkLst>
            <pc:docMk/>
            <pc:sldMk cId="4163431022" sldId="383"/>
            <ac:picMk id="28" creationId="{354E0DA3-DF3C-E13F-02F3-C08D317E65D1}"/>
          </ac:picMkLst>
        </pc:picChg>
        <pc:picChg chg="mod">
          <ac:chgData name="ניב קופולוביץ" userId="0206eb30-381d-44cb-b094-52bcb345d922" providerId="ADAL" clId="{1547E835-BBCB-40A8-833C-CD344E18650E}" dt="2024-04-24T13:59:17.521" v="1710"/>
          <ac:picMkLst>
            <pc:docMk/>
            <pc:sldMk cId="4163431022" sldId="383"/>
            <ac:picMk id="31" creationId="{7D59DF32-3E7F-45EC-F766-8E74DC6E114B}"/>
          </ac:picMkLst>
        </pc:picChg>
      </pc:sldChg>
      <pc:sldChg chg="addSp delSp modSp add mod">
        <pc:chgData name="ניב קופולוביץ" userId="0206eb30-381d-44cb-b094-52bcb345d922" providerId="ADAL" clId="{1547E835-BBCB-40A8-833C-CD344E18650E}" dt="2024-04-26T13:31:04.859" v="9942" actId="1038"/>
        <pc:sldMkLst>
          <pc:docMk/>
          <pc:sldMk cId="2868605346" sldId="384"/>
        </pc:sldMkLst>
        <pc:spChg chg="mod">
          <ac:chgData name="ניב קופולוביץ" userId="0206eb30-381d-44cb-b094-52bcb345d922" providerId="ADAL" clId="{1547E835-BBCB-40A8-833C-CD344E18650E}" dt="2024-04-26T13:30:54.390" v="9904" actId="14100"/>
          <ac:spMkLst>
            <pc:docMk/>
            <pc:sldMk cId="2868605346" sldId="384"/>
            <ac:spMk id="2" creationId="{BF4F2C32-E81B-C407-683A-A15EC9497B27}"/>
          </ac:spMkLst>
        </pc:spChg>
        <pc:spChg chg="mod">
          <ac:chgData name="ניב קופולוביץ" userId="0206eb30-381d-44cb-b094-52bcb345d922" providerId="ADAL" clId="{1547E835-BBCB-40A8-833C-CD344E18650E}" dt="2024-04-25T14:30:54.269" v="7611" actId="20577"/>
          <ac:spMkLst>
            <pc:docMk/>
            <pc:sldMk cId="2868605346" sldId="384"/>
            <ac:spMk id="9" creationId="{3D198235-B3EC-4400-6030-699492EF7A5D}"/>
          </ac:spMkLst>
        </pc:spChg>
        <pc:spChg chg="mod">
          <ac:chgData name="ניב קופולוביץ" userId="0206eb30-381d-44cb-b094-52bcb345d922" providerId="ADAL" clId="{1547E835-BBCB-40A8-833C-CD344E18650E}" dt="2024-04-24T13:59:23.679" v="1711"/>
          <ac:spMkLst>
            <pc:docMk/>
            <pc:sldMk cId="2868605346" sldId="384"/>
            <ac:spMk id="13" creationId="{6A4DDCB1-9FC7-CDCE-0833-DC152A5B1ECF}"/>
          </ac:spMkLst>
        </pc:spChg>
        <pc:spChg chg="del">
          <ac:chgData name="ניב קופולוביץ" userId="0206eb30-381d-44cb-b094-52bcb345d922" providerId="ADAL" clId="{1547E835-BBCB-40A8-833C-CD344E18650E}" dt="2024-04-24T13:59:12.383" v="1707" actId="21"/>
          <ac:spMkLst>
            <pc:docMk/>
            <pc:sldMk cId="2868605346" sldId="384"/>
            <ac:spMk id="19" creationId="{414A8C8A-0B88-FE64-205B-5977A7E19013}"/>
          </ac:spMkLst>
        </pc:spChg>
        <pc:spChg chg="del mod">
          <ac:chgData name="ניב קופולוביץ" userId="0206eb30-381d-44cb-b094-52bcb345d922" providerId="ADAL" clId="{1547E835-BBCB-40A8-833C-CD344E18650E}" dt="2024-04-24T13:59:12.383" v="1707" actId="21"/>
          <ac:spMkLst>
            <pc:docMk/>
            <pc:sldMk cId="2868605346" sldId="384"/>
            <ac:spMk id="20" creationId="{5A54A706-0DD9-BFE7-49AC-E259FF981995}"/>
          </ac:spMkLst>
        </pc:spChg>
        <pc:spChg chg="mod">
          <ac:chgData name="ניב קופולוביץ" userId="0206eb30-381d-44cb-b094-52bcb345d922" providerId="ADAL" clId="{1547E835-BBCB-40A8-833C-CD344E18650E}" dt="2024-04-24T13:59:23.679" v="1711"/>
          <ac:spMkLst>
            <pc:docMk/>
            <pc:sldMk cId="2868605346" sldId="384"/>
            <ac:spMk id="23" creationId="{E571CE23-7FA1-6BFE-C0FD-81EFEFD2DFF3}"/>
          </ac:spMkLst>
        </pc:spChg>
        <pc:spChg chg="mod">
          <ac:chgData name="ניב קופולוביץ" userId="0206eb30-381d-44cb-b094-52bcb345d922" providerId="ADAL" clId="{1547E835-BBCB-40A8-833C-CD344E18650E}" dt="2024-04-24T13:59:23.679" v="1711"/>
          <ac:spMkLst>
            <pc:docMk/>
            <pc:sldMk cId="2868605346" sldId="384"/>
            <ac:spMk id="26" creationId="{0339A60E-609D-AA67-F88C-47363343D6A4}"/>
          </ac:spMkLst>
        </pc:spChg>
        <pc:spChg chg="mod">
          <ac:chgData name="ניב קופולוביץ" userId="0206eb30-381d-44cb-b094-52bcb345d922" providerId="ADAL" clId="{1547E835-BBCB-40A8-833C-CD344E18650E}" dt="2024-04-24T13:59:23.679" v="1711"/>
          <ac:spMkLst>
            <pc:docMk/>
            <pc:sldMk cId="2868605346" sldId="384"/>
            <ac:spMk id="29" creationId="{062D5815-4B70-FC8F-565C-5D5A87938EC6}"/>
          </ac:spMkLst>
        </pc:spChg>
        <pc:spChg chg="add del mod">
          <ac:chgData name="ניב קופולוביץ" userId="0206eb30-381d-44cb-b094-52bcb345d922" providerId="ADAL" clId="{1547E835-BBCB-40A8-833C-CD344E18650E}" dt="2024-04-24T14:29:03.590" v="1955" actId="478"/>
          <ac:spMkLst>
            <pc:docMk/>
            <pc:sldMk cId="2868605346" sldId="384"/>
            <ac:spMk id="30" creationId="{79B0090C-F186-7444-5C9A-7A3A36B5AF18}"/>
          </ac:spMkLst>
        </pc:spChg>
        <pc:spChg chg="add del mod">
          <ac:chgData name="ניב קופולוביץ" userId="0206eb30-381d-44cb-b094-52bcb345d922" providerId="ADAL" clId="{1547E835-BBCB-40A8-833C-CD344E18650E}" dt="2024-04-24T14:29:03.590" v="1955" actId="478"/>
          <ac:spMkLst>
            <pc:docMk/>
            <pc:sldMk cId="2868605346" sldId="384"/>
            <ac:spMk id="31" creationId="{58F73C63-665D-B292-0716-96EF9D89D733}"/>
          </ac:spMkLst>
        </pc:spChg>
        <pc:spChg chg="add mod">
          <ac:chgData name="ניב קופולוביץ" userId="0206eb30-381d-44cb-b094-52bcb345d922" providerId="ADAL" clId="{1547E835-BBCB-40A8-833C-CD344E18650E}" dt="2024-04-26T13:31:04.859" v="9942" actId="1038"/>
          <ac:spMkLst>
            <pc:docMk/>
            <pc:sldMk cId="2868605346" sldId="384"/>
            <ac:spMk id="36" creationId="{032C166A-2D44-4D60-5A4E-1ED7D95BF9A0}"/>
          </ac:spMkLst>
        </pc:spChg>
        <pc:grpChg chg="add del mod">
          <ac:chgData name="ניב קופולוביץ" userId="0206eb30-381d-44cb-b094-52bcb345d922" providerId="ADAL" clId="{1547E835-BBCB-40A8-833C-CD344E18650E}" dt="2024-04-24T14:29:03.590" v="1955" actId="478"/>
          <ac:grpSpMkLst>
            <pc:docMk/>
            <pc:sldMk cId="2868605346" sldId="384"/>
            <ac:grpSpMk id="5" creationId="{7D078F5E-39F5-2725-9439-E74B547AAD03}"/>
          </ac:grpSpMkLst>
        </pc:grpChg>
        <pc:grpChg chg="del">
          <ac:chgData name="ניב קופולוביץ" userId="0206eb30-381d-44cb-b094-52bcb345d922" providerId="ADAL" clId="{1547E835-BBCB-40A8-833C-CD344E18650E}" dt="2024-04-24T13:59:12.383" v="1707" actId="21"/>
          <ac:grpSpMkLst>
            <pc:docMk/>
            <pc:sldMk cId="2868605346" sldId="384"/>
            <ac:grpSpMk id="11" creationId="{E48C9907-EA6C-3184-95E1-4787F64EC14F}"/>
          </ac:grpSpMkLst>
        </pc:grpChg>
        <pc:grpChg chg="del">
          <ac:chgData name="ניב קופולוביץ" userId="0206eb30-381d-44cb-b094-52bcb345d922" providerId="ADAL" clId="{1547E835-BBCB-40A8-833C-CD344E18650E}" dt="2024-04-24T13:59:12.383" v="1707" actId="21"/>
          <ac:grpSpMkLst>
            <pc:docMk/>
            <pc:sldMk cId="2868605346" sldId="384"/>
            <ac:grpSpMk id="16" creationId="{3B1F2A86-22C5-BF04-E853-38AC76FA601C}"/>
          </ac:grpSpMkLst>
        </pc:grpChg>
        <pc:grpChg chg="del">
          <ac:chgData name="ניב קופולוביץ" userId="0206eb30-381d-44cb-b094-52bcb345d922" providerId="ADAL" clId="{1547E835-BBCB-40A8-833C-CD344E18650E}" dt="2024-04-24T13:59:12.383" v="1707" actId="21"/>
          <ac:grpSpMkLst>
            <pc:docMk/>
            <pc:sldMk cId="2868605346" sldId="384"/>
            <ac:grpSpMk id="17" creationId="{EF3AEDE6-0589-37B0-293A-C25D221C8831}"/>
          </ac:grpSpMkLst>
        </pc:grpChg>
        <pc:grpChg chg="del mod">
          <ac:chgData name="ניב קופולוביץ" userId="0206eb30-381d-44cb-b094-52bcb345d922" providerId="ADAL" clId="{1547E835-BBCB-40A8-833C-CD344E18650E}" dt="2024-04-24T13:59:12.383" v="1707" actId="21"/>
          <ac:grpSpMkLst>
            <pc:docMk/>
            <pc:sldMk cId="2868605346" sldId="384"/>
            <ac:grpSpMk id="18" creationId="{A4D0FD97-C144-BAFD-440F-F5B04674C64B}"/>
          </ac:grpSpMkLst>
        </pc:grpChg>
        <pc:grpChg chg="add del mod">
          <ac:chgData name="ניב קופולוביץ" userId="0206eb30-381d-44cb-b094-52bcb345d922" providerId="ADAL" clId="{1547E835-BBCB-40A8-833C-CD344E18650E}" dt="2024-04-24T14:29:03.590" v="1955" actId="478"/>
          <ac:grpSpMkLst>
            <pc:docMk/>
            <pc:sldMk cId="2868605346" sldId="384"/>
            <ac:grpSpMk id="21" creationId="{37698DB9-CA7A-69D2-9EDF-5C8E943AA953}"/>
          </ac:grpSpMkLst>
        </pc:grpChg>
        <pc:grpChg chg="add del mod">
          <ac:chgData name="ניב קופולוביץ" userId="0206eb30-381d-44cb-b094-52bcb345d922" providerId="ADAL" clId="{1547E835-BBCB-40A8-833C-CD344E18650E}" dt="2024-04-24T14:29:03.590" v="1955" actId="478"/>
          <ac:grpSpMkLst>
            <pc:docMk/>
            <pc:sldMk cId="2868605346" sldId="384"/>
            <ac:grpSpMk id="24" creationId="{39C02F9F-716C-8CAA-D6CE-2876FBB852A8}"/>
          </ac:grpSpMkLst>
        </pc:grpChg>
        <pc:grpChg chg="add del mod">
          <ac:chgData name="ניב קופולוביץ" userId="0206eb30-381d-44cb-b094-52bcb345d922" providerId="ADAL" clId="{1547E835-BBCB-40A8-833C-CD344E18650E}" dt="2024-04-24T14:29:03.590" v="1955" actId="478"/>
          <ac:grpSpMkLst>
            <pc:docMk/>
            <pc:sldMk cId="2868605346" sldId="384"/>
            <ac:grpSpMk id="27" creationId="{2AFEBBAB-EEFF-66BD-172B-EEE7729AE479}"/>
          </ac:grpSpMkLst>
        </pc:grpChg>
        <pc:picChg chg="add mod">
          <ac:chgData name="ניב קופולוביץ" userId="0206eb30-381d-44cb-b094-52bcb345d922" providerId="ADAL" clId="{1547E835-BBCB-40A8-833C-CD344E18650E}" dt="2024-04-26T13:31:04.859" v="9942" actId="1038"/>
          <ac:picMkLst>
            <pc:docMk/>
            <pc:sldMk cId="2868605346" sldId="384"/>
            <ac:picMk id="4" creationId="{7EE6F846-4B0F-1B90-E089-5F6D734CCD97}"/>
          </ac:picMkLst>
        </pc:picChg>
        <pc:picChg chg="mod">
          <ac:chgData name="ניב קופולוביץ" userId="0206eb30-381d-44cb-b094-52bcb345d922" providerId="ADAL" clId="{1547E835-BBCB-40A8-833C-CD344E18650E}" dt="2024-04-24T13:58:35.696" v="1702" actId="1076"/>
          <ac:picMkLst>
            <pc:docMk/>
            <pc:sldMk cId="2868605346" sldId="384"/>
            <ac:picMk id="8" creationId="{7D59DF32-3E7F-45EC-F766-8E74DC6E114B}"/>
          </ac:picMkLst>
        </pc:picChg>
        <pc:picChg chg="mod">
          <ac:chgData name="ניב קופולוביץ" userId="0206eb30-381d-44cb-b094-52bcb345d922" providerId="ADAL" clId="{1547E835-BBCB-40A8-833C-CD344E18650E}" dt="2024-04-24T13:59:23.679" v="1711"/>
          <ac:picMkLst>
            <pc:docMk/>
            <pc:sldMk cId="2868605346" sldId="384"/>
            <ac:picMk id="12" creationId="{02D66B27-9C31-CD00-9BF9-BA5E5F4BC566}"/>
          </ac:picMkLst>
        </pc:picChg>
        <pc:picChg chg="mod">
          <ac:chgData name="ניב קופולוביץ" userId="0206eb30-381d-44cb-b094-52bcb345d922" providerId="ADAL" clId="{1547E835-BBCB-40A8-833C-CD344E18650E}" dt="2024-04-24T13:59:23.679" v="1711"/>
          <ac:picMkLst>
            <pc:docMk/>
            <pc:sldMk cId="2868605346" sldId="384"/>
            <ac:picMk id="22" creationId="{AFB7309A-DB30-C07A-73FC-8AF21EB1029D}"/>
          </ac:picMkLst>
        </pc:picChg>
        <pc:picChg chg="mod">
          <ac:chgData name="ניב קופולוביץ" userId="0206eb30-381d-44cb-b094-52bcb345d922" providerId="ADAL" clId="{1547E835-BBCB-40A8-833C-CD344E18650E}" dt="2024-04-24T13:59:23.679" v="1711"/>
          <ac:picMkLst>
            <pc:docMk/>
            <pc:sldMk cId="2868605346" sldId="384"/>
            <ac:picMk id="25" creationId="{AB74CF41-60F3-FE2B-1832-6713C51642DE}"/>
          </ac:picMkLst>
        </pc:picChg>
        <pc:picChg chg="mod">
          <ac:chgData name="ניב קופולוביץ" userId="0206eb30-381d-44cb-b094-52bcb345d922" providerId="ADAL" clId="{1547E835-BBCB-40A8-833C-CD344E18650E}" dt="2024-04-24T13:59:23.679" v="1711"/>
          <ac:picMkLst>
            <pc:docMk/>
            <pc:sldMk cId="2868605346" sldId="384"/>
            <ac:picMk id="28" creationId="{AAB42626-BC23-9D70-C8C1-6AE06BF5576A}"/>
          </ac:picMkLst>
        </pc:picChg>
        <pc:picChg chg="add del mod">
          <ac:chgData name="ניב קופולוביץ" userId="0206eb30-381d-44cb-b094-52bcb345d922" providerId="ADAL" clId="{1547E835-BBCB-40A8-833C-CD344E18650E}" dt="2024-04-24T14:57:57.988" v="2255" actId="478"/>
          <ac:picMkLst>
            <pc:docMk/>
            <pc:sldMk cId="2868605346" sldId="384"/>
            <ac:picMk id="33" creationId="{8DA2CC29-8665-6B2E-FB44-BFD306D6E736}"/>
          </ac:picMkLst>
        </pc:picChg>
        <pc:picChg chg="add del mod modCrop">
          <ac:chgData name="ניב קופולוביץ" userId="0206eb30-381d-44cb-b094-52bcb345d922" providerId="ADAL" clId="{1547E835-BBCB-40A8-833C-CD344E18650E}" dt="2024-04-26T13:30:30.912" v="9897" actId="478"/>
          <ac:picMkLst>
            <pc:docMk/>
            <pc:sldMk cId="2868605346" sldId="384"/>
            <ac:picMk id="35" creationId="{3BB10413-D9E7-306B-28DF-3F3F02AC2FC5}"/>
          </ac:picMkLst>
        </pc:picChg>
      </pc:sldChg>
      <pc:sldChg chg="addSp delSp modSp add mod">
        <pc:chgData name="ניב קופולוביץ" userId="0206eb30-381d-44cb-b094-52bcb345d922" providerId="ADAL" clId="{1547E835-BBCB-40A8-833C-CD344E18650E}" dt="2024-04-25T14:50:36.695" v="8016" actId="20577"/>
        <pc:sldMkLst>
          <pc:docMk/>
          <pc:sldMk cId="258459493" sldId="385"/>
        </pc:sldMkLst>
        <pc:spChg chg="mod">
          <ac:chgData name="ניב קופולוביץ" userId="0206eb30-381d-44cb-b094-52bcb345d922" providerId="ADAL" clId="{1547E835-BBCB-40A8-833C-CD344E18650E}" dt="2024-04-25T08:15:35.329" v="3992" actId="14100"/>
          <ac:spMkLst>
            <pc:docMk/>
            <pc:sldMk cId="258459493" sldId="385"/>
            <ac:spMk id="2" creationId="{BF4F2C32-E81B-C407-683A-A15EC9497B27}"/>
          </ac:spMkLst>
        </pc:spChg>
        <pc:spChg chg="add del mod">
          <ac:chgData name="ניב קופולוביץ" userId="0206eb30-381d-44cb-b094-52bcb345d922" providerId="ADAL" clId="{1547E835-BBCB-40A8-833C-CD344E18650E}" dt="2024-04-24T15:29:29.445" v="2532" actId="478"/>
          <ac:spMkLst>
            <pc:docMk/>
            <pc:sldMk cId="258459493" sldId="385"/>
            <ac:spMk id="3" creationId="{AFFB1C55-186B-0BFA-C93B-948CD47BDD83}"/>
          </ac:spMkLst>
        </pc:spChg>
        <pc:spChg chg="add del mod">
          <ac:chgData name="ניב קופולוביץ" userId="0206eb30-381d-44cb-b094-52bcb345d922" providerId="ADAL" clId="{1547E835-BBCB-40A8-833C-CD344E18650E}" dt="2024-04-24T15:28:54.784" v="2523" actId="478"/>
          <ac:spMkLst>
            <pc:docMk/>
            <pc:sldMk cId="258459493" sldId="385"/>
            <ac:spMk id="4" creationId="{C536FBA8-F1EA-C280-B1F8-45F50516278A}"/>
          </ac:spMkLst>
        </pc:spChg>
        <pc:spChg chg="add del mod">
          <ac:chgData name="ניב קופולוביץ" userId="0206eb30-381d-44cb-b094-52bcb345d922" providerId="ADAL" clId="{1547E835-BBCB-40A8-833C-CD344E18650E}" dt="2024-04-24T15:28:54.784" v="2523" actId="478"/>
          <ac:spMkLst>
            <pc:docMk/>
            <pc:sldMk cId="258459493" sldId="385"/>
            <ac:spMk id="5" creationId="{DAA37FCC-3634-0211-0B87-1E2EDEB6A5BC}"/>
          </ac:spMkLst>
        </pc:spChg>
        <pc:spChg chg="add mod">
          <ac:chgData name="ניב קופולוביץ" userId="0206eb30-381d-44cb-b094-52bcb345d922" providerId="ADAL" clId="{1547E835-BBCB-40A8-833C-CD344E18650E}" dt="2024-04-25T08:16:14.397" v="3995" actId="14100"/>
          <ac:spMkLst>
            <pc:docMk/>
            <pc:sldMk cId="258459493" sldId="385"/>
            <ac:spMk id="8" creationId="{2EEE3CD3-DF6F-A69E-B06D-D7660982E403}"/>
          </ac:spMkLst>
        </pc:spChg>
        <pc:spChg chg="mod">
          <ac:chgData name="ניב קופולוביץ" userId="0206eb30-381d-44cb-b094-52bcb345d922" providerId="ADAL" clId="{1547E835-BBCB-40A8-833C-CD344E18650E}" dt="2024-04-25T14:30:43.225" v="7606" actId="20577"/>
          <ac:spMkLst>
            <pc:docMk/>
            <pc:sldMk cId="258459493" sldId="385"/>
            <ac:spMk id="9" creationId="{3D198235-B3EC-4400-6030-699492EF7A5D}"/>
          </ac:spMkLst>
        </pc:spChg>
        <pc:spChg chg="add mod">
          <ac:chgData name="ניב קופולוביץ" userId="0206eb30-381d-44cb-b094-52bcb345d922" providerId="ADAL" clId="{1547E835-BBCB-40A8-833C-CD344E18650E}" dt="2024-04-25T14:50:36.695" v="8016" actId="20577"/>
          <ac:spMkLst>
            <pc:docMk/>
            <pc:sldMk cId="258459493" sldId="385"/>
            <ac:spMk id="10" creationId="{3098115A-A906-7406-A689-1EDBF257AEC9}"/>
          </ac:spMkLst>
        </pc:spChg>
        <pc:spChg chg="add mod">
          <ac:chgData name="ניב קופולוביץ" userId="0206eb30-381d-44cb-b094-52bcb345d922" providerId="ADAL" clId="{1547E835-BBCB-40A8-833C-CD344E18650E}" dt="2024-04-25T14:49:47.674" v="7983" actId="20577"/>
          <ac:spMkLst>
            <pc:docMk/>
            <pc:sldMk cId="258459493" sldId="385"/>
            <ac:spMk id="11" creationId="{48495ED4-8DFD-95B3-0355-87F4958B5702}"/>
          </ac:spMkLst>
        </pc:spChg>
        <pc:spChg chg="add">
          <ac:chgData name="ניב קופולוביץ" userId="0206eb30-381d-44cb-b094-52bcb345d922" providerId="ADAL" clId="{1547E835-BBCB-40A8-833C-CD344E18650E}" dt="2024-04-25T08:13:02.041" v="3949"/>
          <ac:spMkLst>
            <pc:docMk/>
            <pc:sldMk cId="258459493" sldId="385"/>
            <ac:spMk id="12" creationId="{47EED442-4DD4-23B3-42C9-0C7DFAB052E6}"/>
          </ac:spMkLst>
        </pc:spChg>
        <pc:spChg chg="del mod">
          <ac:chgData name="ניב קופולוביץ" userId="0206eb30-381d-44cb-b094-52bcb345d922" providerId="ADAL" clId="{1547E835-BBCB-40A8-833C-CD344E18650E}" dt="2024-04-24T15:28:26.764" v="2512" actId="478"/>
          <ac:spMkLst>
            <pc:docMk/>
            <pc:sldMk cId="258459493" sldId="385"/>
            <ac:spMk id="33" creationId="{414A8C8A-0B88-FE64-205B-5977A7E19013}"/>
          </ac:spMkLst>
        </pc:spChg>
        <pc:spChg chg="del mod">
          <ac:chgData name="ניב קופולוביץ" userId="0206eb30-381d-44cb-b094-52bcb345d922" providerId="ADAL" clId="{1547E835-BBCB-40A8-833C-CD344E18650E}" dt="2024-04-24T15:28:26.764" v="2512" actId="478"/>
          <ac:spMkLst>
            <pc:docMk/>
            <pc:sldMk cId="258459493" sldId="385"/>
            <ac:spMk id="34" creationId="{5A54A706-0DD9-BFE7-49AC-E259FF981995}"/>
          </ac:spMkLst>
        </pc:spChg>
        <pc:grpChg chg="del mod">
          <ac:chgData name="ניב קופולוביץ" userId="0206eb30-381d-44cb-b094-52bcb345d922" providerId="ADAL" clId="{1547E835-BBCB-40A8-833C-CD344E18650E}" dt="2024-04-24T15:28:26.764" v="2512" actId="478"/>
          <ac:grpSpMkLst>
            <pc:docMk/>
            <pc:sldMk cId="258459493" sldId="385"/>
            <ac:grpSpMk id="21" creationId="{E48C9907-EA6C-3184-95E1-4787F64EC14F}"/>
          </ac:grpSpMkLst>
        </pc:grpChg>
        <pc:grpChg chg="del mod">
          <ac:chgData name="ניב קופולוביץ" userId="0206eb30-381d-44cb-b094-52bcb345d922" providerId="ADAL" clId="{1547E835-BBCB-40A8-833C-CD344E18650E}" dt="2024-04-24T15:28:26.764" v="2512" actId="478"/>
          <ac:grpSpMkLst>
            <pc:docMk/>
            <pc:sldMk cId="258459493" sldId="385"/>
            <ac:grpSpMk id="24" creationId="{EF3AEDE6-0589-37B0-293A-C25D221C8831}"/>
          </ac:grpSpMkLst>
        </pc:grpChg>
        <pc:grpChg chg="del mod">
          <ac:chgData name="ניב קופולוביץ" userId="0206eb30-381d-44cb-b094-52bcb345d922" providerId="ADAL" clId="{1547E835-BBCB-40A8-833C-CD344E18650E}" dt="2024-04-24T15:28:26.764" v="2512" actId="478"/>
          <ac:grpSpMkLst>
            <pc:docMk/>
            <pc:sldMk cId="258459493" sldId="385"/>
            <ac:grpSpMk id="27" creationId="{A4D0FD97-C144-BAFD-440F-F5B04674C64B}"/>
          </ac:grpSpMkLst>
        </pc:grpChg>
        <pc:grpChg chg="del mod">
          <ac:chgData name="ניב קופולוביץ" userId="0206eb30-381d-44cb-b094-52bcb345d922" providerId="ADAL" clId="{1547E835-BBCB-40A8-833C-CD344E18650E}" dt="2024-04-24T15:28:26.764" v="2512" actId="478"/>
          <ac:grpSpMkLst>
            <pc:docMk/>
            <pc:sldMk cId="258459493" sldId="385"/>
            <ac:grpSpMk id="30" creationId="{3B1F2A86-22C5-BF04-E853-38AC76FA601C}"/>
          </ac:grpSpMkLst>
        </pc:grpChg>
        <pc:picChg chg="add mod">
          <ac:chgData name="ניב קופולוביץ" userId="0206eb30-381d-44cb-b094-52bcb345d922" providerId="ADAL" clId="{1547E835-BBCB-40A8-833C-CD344E18650E}" dt="2024-04-25T08:15:28.078" v="3985" actId="1038"/>
          <ac:picMkLst>
            <pc:docMk/>
            <pc:sldMk cId="258459493" sldId="385"/>
            <ac:picMk id="6" creationId="{C17912DE-0C18-2763-0A32-A5043B942955}"/>
          </ac:picMkLst>
        </pc:picChg>
        <pc:picChg chg="add mod">
          <ac:chgData name="ניב קופולוביץ" userId="0206eb30-381d-44cb-b094-52bcb345d922" providerId="ADAL" clId="{1547E835-BBCB-40A8-833C-CD344E18650E}" dt="2024-04-25T08:15:28.078" v="3985" actId="1038"/>
          <ac:picMkLst>
            <pc:docMk/>
            <pc:sldMk cId="258459493" sldId="385"/>
            <ac:picMk id="7" creationId="{5517A5E8-4BD9-710D-431F-B6F2864E51E0}"/>
          </ac:picMkLst>
        </pc:picChg>
      </pc:sldChg>
      <pc:sldChg chg="addSp delSp modSp add mod ord">
        <pc:chgData name="ניב קופולוביץ" userId="0206eb30-381d-44cb-b094-52bcb345d922" providerId="ADAL" clId="{1547E835-BBCB-40A8-833C-CD344E18650E}" dt="2024-04-26T13:35:49.511" v="10004" actId="1036"/>
        <pc:sldMkLst>
          <pc:docMk/>
          <pc:sldMk cId="824427745" sldId="386"/>
        </pc:sldMkLst>
        <pc:spChg chg="mod">
          <ac:chgData name="ניב קופולוביץ" userId="0206eb30-381d-44cb-b094-52bcb345d922" providerId="ADAL" clId="{1547E835-BBCB-40A8-833C-CD344E18650E}" dt="2024-04-25T10:52:46.651" v="4860" actId="14100"/>
          <ac:spMkLst>
            <pc:docMk/>
            <pc:sldMk cId="824427745" sldId="386"/>
            <ac:spMk id="2" creationId="{BF4F2C32-E81B-C407-683A-A15EC9497B27}"/>
          </ac:spMkLst>
        </pc:spChg>
        <pc:spChg chg="add del mod">
          <ac:chgData name="ניב קופולוביץ" userId="0206eb30-381d-44cb-b094-52bcb345d922" providerId="ADAL" clId="{1547E835-BBCB-40A8-833C-CD344E18650E}" dt="2024-04-24T14:51:16.294" v="2188" actId="478"/>
          <ac:spMkLst>
            <pc:docMk/>
            <pc:sldMk cId="824427745" sldId="386"/>
            <ac:spMk id="4" creationId="{52176112-AC2E-25D7-E579-AD7A524FDD3E}"/>
          </ac:spMkLst>
        </pc:spChg>
        <pc:spChg chg="add mod">
          <ac:chgData name="ניב קופולוביץ" userId="0206eb30-381d-44cb-b094-52bcb345d922" providerId="ADAL" clId="{1547E835-BBCB-40A8-833C-CD344E18650E}" dt="2024-04-26T13:35:32.167" v="9990" actId="1035"/>
          <ac:spMkLst>
            <pc:docMk/>
            <pc:sldMk cId="824427745" sldId="386"/>
            <ac:spMk id="5" creationId="{39B37682-70EC-2254-5A8C-2736D94E9869}"/>
          </ac:spMkLst>
        </pc:spChg>
        <pc:spChg chg="add mod">
          <ac:chgData name="ניב קופולוביץ" userId="0206eb30-381d-44cb-b094-52bcb345d922" providerId="ADAL" clId="{1547E835-BBCB-40A8-833C-CD344E18650E}" dt="2024-04-26T13:35:32.167" v="9990" actId="1035"/>
          <ac:spMkLst>
            <pc:docMk/>
            <pc:sldMk cId="824427745" sldId="386"/>
            <ac:spMk id="8" creationId="{302CABD1-F6EA-071F-D0D7-142A18B7AE05}"/>
          </ac:spMkLst>
        </pc:spChg>
        <pc:spChg chg="mod">
          <ac:chgData name="ניב קופולוביץ" userId="0206eb30-381d-44cb-b094-52bcb345d922" providerId="ADAL" clId="{1547E835-BBCB-40A8-833C-CD344E18650E}" dt="2024-04-25T14:30:52.636" v="7610" actId="20577"/>
          <ac:spMkLst>
            <pc:docMk/>
            <pc:sldMk cId="824427745" sldId="386"/>
            <ac:spMk id="9" creationId="{3D198235-B3EC-4400-6030-699492EF7A5D}"/>
          </ac:spMkLst>
        </pc:spChg>
        <pc:spChg chg="add mod">
          <ac:chgData name="ניב קופולוביץ" userId="0206eb30-381d-44cb-b094-52bcb345d922" providerId="ADAL" clId="{1547E835-BBCB-40A8-833C-CD344E18650E}" dt="2024-04-26T13:35:49.511" v="10004" actId="1036"/>
          <ac:spMkLst>
            <pc:docMk/>
            <pc:sldMk cId="824427745" sldId="386"/>
            <ac:spMk id="10" creationId="{DF8BD1EE-AE08-125A-7002-1211B69746C2}"/>
          </ac:spMkLst>
        </pc:spChg>
        <pc:picChg chg="add del mod">
          <ac:chgData name="ניב קופולוביץ" userId="0206eb30-381d-44cb-b094-52bcb345d922" providerId="ADAL" clId="{1547E835-BBCB-40A8-833C-CD344E18650E}" dt="2024-04-24T16:55:14.257" v="3553" actId="478"/>
          <ac:picMkLst>
            <pc:docMk/>
            <pc:sldMk cId="824427745" sldId="386"/>
            <ac:picMk id="3" creationId="{D8F276C8-6F03-80D0-BC38-413F22B46BD8}"/>
          </ac:picMkLst>
        </pc:picChg>
        <pc:picChg chg="add mod">
          <ac:chgData name="ניב קופולוביץ" userId="0206eb30-381d-44cb-b094-52bcb345d922" providerId="ADAL" clId="{1547E835-BBCB-40A8-833C-CD344E18650E}" dt="2024-04-26T13:35:45.677" v="10000" actId="1076"/>
          <ac:picMkLst>
            <pc:docMk/>
            <pc:sldMk cId="824427745" sldId="386"/>
            <ac:picMk id="4" creationId="{E09F2D57-D5B9-CCF3-073B-BCD6DF42B6D8}"/>
          </ac:picMkLst>
        </pc:picChg>
        <pc:picChg chg="add mod">
          <ac:chgData name="ניב קופולוביץ" userId="0206eb30-381d-44cb-b094-52bcb345d922" providerId="ADAL" clId="{1547E835-BBCB-40A8-833C-CD344E18650E}" dt="2024-04-26T13:35:32.167" v="9990" actId="1035"/>
          <ac:picMkLst>
            <pc:docMk/>
            <pc:sldMk cId="824427745" sldId="386"/>
            <ac:picMk id="7" creationId="{09F3B571-F649-AFF3-551F-A68E790FF519}"/>
          </ac:picMkLst>
        </pc:picChg>
        <pc:picChg chg="add mod">
          <ac:chgData name="ניב קופולוביץ" userId="0206eb30-381d-44cb-b094-52bcb345d922" providerId="ADAL" clId="{1547E835-BBCB-40A8-833C-CD344E18650E}" dt="2024-04-26T13:35:32.167" v="9990" actId="1035"/>
          <ac:picMkLst>
            <pc:docMk/>
            <pc:sldMk cId="824427745" sldId="386"/>
            <ac:picMk id="12" creationId="{03019AC2-E1F2-DD99-86C7-FF859EA697F7}"/>
          </ac:picMkLst>
        </pc:picChg>
        <pc:picChg chg="del mod">
          <ac:chgData name="ניב קופולוביץ" userId="0206eb30-381d-44cb-b094-52bcb345d922" providerId="ADAL" clId="{1547E835-BBCB-40A8-833C-CD344E18650E}" dt="2024-04-26T13:34:46.870" v="9969" actId="478"/>
          <ac:picMkLst>
            <pc:docMk/>
            <pc:sldMk cId="824427745" sldId="386"/>
            <ac:picMk id="33" creationId="{8DA2CC29-8665-6B2E-FB44-BFD306D6E736}"/>
          </ac:picMkLst>
        </pc:picChg>
        <pc:picChg chg="del">
          <ac:chgData name="ניב קופולוביץ" userId="0206eb30-381d-44cb-b094-52bcb345d922" providerId="ADAL" clId="{1547E835-BBCB-40A8-833C-CD344E18650E}" dt="2024-04-24T14:41:47.958" v="2137" actId="478"/>
          <ac:picMkLst>
            <pc:docMk/>
            <pc:sldMk cId="824427745" sldId="386"/>
            <ac:picMk id="35" creationId="{3BB10413-D9E7-306B-28DF-3F3F02AC2FC5}"/>
          </ac:picMkLst>
        </pc:picChg>
      </pc:sldChg>
      <pc:sldChg chg="addSp delSp modSp add mod">
        <pc:chgData name="ניב קופולוביץ" userId="0206eb30-381d-44cb-b094-52bcb345d922" providerId="ADAL" clId="{1547E835-BBCB-40A8-833C-CD344E18650E}" dt="2024-04-25T14:50:40.049" v="8018" actId="20577"/>
        <pc:sldMkLst>
          <pc:docMk/>
          <pc:sldMk cId="3633891261" sldId="387"/>
        </pc:sldMkLst>
        <pc:spChg chg="del">
          <ac:chgData name="ניב קופולוביץ" userId="0206eb30-381d-44cb-b094-52bcb345d922" providerId="ADAL" clId="{1547E835-BBCB-40A8-833C-CD344E18650E}" dt="2024-04-24T15:47:56.895" v="3135" actId="478"/>
          <ac:spMkLst>
            <pc:docMk/>
            <pc:sldMk cId="3633891261" sldId="387"/>
            <ac:spMk id="2" creationId="{BF4F2C32-E81B-C407-683A-A15EC9497B27}"/>
          </ac:spMkLst>
        </pc:spChg>
        <pc:spChg chg="mod">
          <ac:chgData name="ניב קופולוביץ" userId="0206eb30-381d-44cb-b094-52bcb345d922" providerId="ADAL" clId="{1547E835-BBCB-40A8-833C-CD344E18650E}" dt="2024-04-25T08:17:09.610" v="4003" actId="14100"/>
          <ac:spMkLst>
            <pc:docMk/>
            <pc:sldMk cId="3633891261" sldId="387"/>
            <ac:spMk id="8" creationId="{2EEE3CD3-DF6F-A69E-B06D-D7660982E403}"/>
          </ac:spMkLst>
        </pc:spChg>
        <pc:spChg chg="mod">
          <ac:chgData name="ניב קופולוביץ" userId="0206eb30-381d-44cb-b094-52bcb345d922" providerId="ADAL" clId="{1547E835-BBCB-40A8-833C-CD344E18650E}" dt="2024-04-25T14:30:49.360" v="7609" actId="20577"/>
          <ac:spMkLst>
            <pc:docMk/>
            <pc:sldMk cId="3633891261" sldId="387"/>
            <ac:spMk id="9" creationId="{3D198235-B3EC-4400-6030-699492EF7A5D}"/>
          </ac:spMkLst>
        </pc:spChg>
        <pc:spChg chg="mod">
          <ac:chgData name="ניב קופולוביץ" userId="0206eb30-381d-44cb-b094-52bcb345d922" providerId="ADAL" clId="{1547E835-BBCB-40A8-833C-CD344E18650E}" dt="2024-04-25T14:50:40.049" v="8018" actId="20577"/>
          <ac:spMkLst>
            <pc:docMk/>
            <pc:sldMk cId="3633891261" sldId="387"/>
            <ac:spMk id="10" creationId="{3098115A-A906-7406-A689-1EDBF257AEC9}"/>
          </ac:spMkLst>
        </pc:spChg>
        <pc:spChg chg="mod">
          <ac:chgData name="ניב קופולוביץ" userId="0206eb30-381d-44cb-b094-52bcb345d922" providerId="ADAL" clId="{1547E835-BBCB-40A8-833C-CD344E18650E}" dt="2024-04-25T14:50:00.034" v="7999" actId="20577"/>
          <ac:spMkLst>
            <pc:docMk/>
            <pc:sldMk cId="3633891261" sldId="387"/>
            <ac:spMk id="11" creationId="{48495ED4-8DFD-95B3-0355-87F4958B5702}"/>
          </ac:spMkLst>
        </pc:spChg>
        <pc:picChg chg="add mod">
          <ac:chgData name="ניב קופולוביץ" userId="0206eb30-381d-44cb-b094-52bcb345d922" providerId="ADAL" clId="{1547E835-BBCB-40A8-833C-CD344E18650E}" dt="2024-04-24T16:13:33.826" v="3484" actId="108"/>
          <ac:picMkLst>
            <pc:docMk/>
            <pc:sldMk cId="3633891261" sldId="387"/>
            <ac:picMk id="3" creationId="{41833B60-86BD-7232-2C05-534DC4CD6C12}"/>
          </ac:picMkLst>
        </pc:picChg>
        <pc:picChg chg="mod">
          <ac:chgData name="ניב קופולוביץ" userId="0206eb30-381d-44cb-b094-52bcb345d922" providerId="ADAL" clId="{1547E835-BBCB-40A8-833C-CD344E18650E}" dt="2024-04-24T16:13:32.297" v="3483" actId="108"/>
          <ac:picMkLst>
            <pc:docMk/>
            <pc:sldMk cId="3633891261" sldId="387"/>
            <ac:picMk id="6" creationId="{C17912DE-0C18-2763-0A32-A5043B942955}"/>
          </ac:picMkLst>
        </pc:picChg>
        <pc:picChg chg="del">
          <ac:chgData name="ניב קופולוביץ" userId="0206eb30-381d-44cb-b094-52bcb345d922" providerId="ADAL" clId="{1547E835-BBCB-40A8-833C-CD344E18650E}" dt="2024-04-24T15:48:01.295" v="3137" actId="478"/>
          <ac:picMkLst>
            <pc:docMk/>
            <pc:sldMk cId="3633891261" sldId="387"/>
            <ac:picMk id="7" creationId="{5517A5E8-4BD9-710D-431F-B6F2864E51E0}"/>
          </ac:picMkLst>
        </pc:picChg>
      </pc:sldChg>
      <pc:sldChg chg="addSp delSp modSp add mod">
        <pc:chgData name="ניב קופולוביץ" userId="0206eb30-381d-44cb-b094-52bcb345d922" providerId="ADAL" clId="{1547E835-BBCB-40A8-833C-CD344E18650E}" dt="2024-04-25T14:30:40.190" v="7604" actId="20577"/>
        <pc:sldMkLst>
          <pc:docMk/>
          <pc:sldMk cId="3930584631" sldId="388"/>
        </pc:sldMkLst>
        <pc:spChg chg="mod">
          <ac:chgData name="ניב קופולוביץ" userId="0206eb30-381d-44cb-b094-52bcb345d922" providerId="ADAL" clId="{1547E835-BBCB-40A8-833C-CD344E18650E}" dt="2024-04-24T16:03:33.331" v="3352" actId="20577"/>
          <ac:spMkLst>
            <pc:docMk/>
            <pc:sldMk cId="3930584631" sldId="388"/>
            <ac:spMk id="2" creationId="{BF4F2C32-E81B-C407-683A-A15EC9497B27}"/>
          </ac:spMkLst>
        </pc:spChg>
        <pc:spChg chg="mod">
          <ac:chgData name="ניב קופולוביץ" userId="0206eb30-381d-44cb-b094-52bcb345d922" providerId="ADAL" clId="{1547E835-BBCB-40A8-833C-CD344E18650E}" dt="2024-04-25T14:30:40.190" v="7604" actId="20577"/>
          <ac:spMkLst>
            <pc:docMk/>
            <pc:sldMk cId="3930584631" sldId="388"/>
            <ac:spMk id="9" creationId="{3D198235-B3EC-4400-6030-699492EF7A5D}"/>
          </ac:spMkLst>
        </pc:spChg>
        <pc:spChg chg="add">
          <ac:chgData name="ניב קופולוביץ" userId="0206eb30-381d-44cb-b094-52bcb345d922" providerId="ADAL" clId="{1547E835-BBCB-40A8-833C-CD344E18650E}" dt="2024-04-24T15:58:36.156" v="3218"/>
          <ac:spMkLst>
            <pc:docMk/>
            <pc:sldMk cId="3930584631" sldId="388"/>
            <ac:spMk id="10" creationId="{4EA16D9B-B470-8A6E-A8DD-C3B45C0B9343}"/>
          </ac:spMkLst>
        </pc:spChg>
        <pc:spChg chg="add mod">
          <ac:chgData name="ניב קופולוביץ" userId="0206eb30-381d-44cb-b094-52bcb345d922" providerId="ADAL" clId="{1547E835-BBCB-40A8-833C-CD344E18650E}" dt="2024-04-24T16:00:53.878" v="3314" actId="20577"/>
          <ac:spMkLst>
            <pc:docMk/>
            <pc:sldMk cId="3930584631" sldId="388"/>
            <ac:spMk id="11" creationId="{9E9CECC2-1491-9745-E1E2-7876DC7B5AE5}"/>
          </ac:spMkLst>
        </pc:spChg>
        <pc:spChg chg="del">
          <ac:chgData name="ניב קופולוביץ" userId="0206eb30-381d-44cb-b094-52bcb345d922" providerId="ADAL" clId="{1547E835-BBCB-40A8-833C-CD344E18650E}" dt="2024-04-24T15:52:47.961" v="3161" actId="478"/>
          <ac:spMkLst>
            <pc:docMk/>
            <pc:sldMk cId="3930584631" sldId="388"/>
            <ac:spMk id="33" creationId="{414A8C8A-0B88-FE64-205B-5977A7E19013}"/>
          </ac:spMkLst>
        </pc:spChg>
        <pc:spChg chg="del">
          <ac:chgData name="ניב קופולוביץ" userId="0206eb30-381d-44cb-b094-52bcb345d922" providerId="ADAL" clId="{1547E835-BBCB-40A8-833C-CD344E18650E}" dt="2024-04-24T15:52:47.961" v="3161" actId="478"/>
          <ac:spMkLst>
            <pc:docMk/>
            <pc:sldMk cId="3930584631" sldId="388"/>
            <ac:spMk id="34" creationId="{5A54A706-0DD9-BFE7-49AC-E259FF981995}"/>
          </ac:spMkLst>
        </pc:spChg>
        <pc:grpChg chg="del">
          <ac:chgData name="ניב קופולוביץ" userId="0206eb30-381d-44cb-b094-52bcb345d922" providerId="ADAL" clId="{1547E835-BBCB-40A8-833C-CD344E18650E}" dt="2024-04-24T15:52:47.961" v="3161" actId="478"/>
          <ac:grpSpMkLst>
            <pc:docMk/>
            <pc:sldMk cId="3930584631" sldId="388"/>
            <ac:grpSpMk id="21" creationId="{E48C9907-EA6C-3184-95E1-4787F64EC14F}"/>
          </ac:grpSpMkLst>
        </pc:grpChg>
        <pc:grpChg chg="del">
          <ac:chgData name="ניב קופולוביץ" userId="0206eb30-381d-44cb-b094-52bcb345d922" providerId="ADAL" clId="{1547E835-BBCB-40A8-833C-CD344E18650E}" dt="2024-04-24T15:52:47.961" v="3161" actId="478"/>
          <ac:grpSpMkLst>
            <pc:docMk/>
            <pc:sldMk cId="3930584631" sldId="388"/>
            <ac:grpSpMk id="24" creationId="{EF3AEDE6-0589-37B0-293A-C25D221C8831}"/>
          </ac:grpSpMkLst>
        </pc:grpChg>
        <pc:grpChg chg="del">
          <ac:chgData name="ניב קופולוביץ" userId="0206eb30-381d-44cb-b094-52bcb345d922" providerId="ADAL" clId="{1547E835-BBCB-40A8-833C-CD344E18650E}" dt="2024-04-24T15:52:47.961" v="3161" actId="478"/>
          <ac:grpSpMkLst>
            <pc:docMk/>
            <pc:sldMk cId="3930584631" sldId="388"/>
            <ac:grpSpMk id="27" creationId="{A4D0FD97-C144-BAFD-440F-F5B04674C64B}"/>
          </ac:grpSpMkLst>
        </pc:grpChg>
        <pc:grpChg chg="del">
          <ac:chgData name="ניב קופולוביץ" userId="0206eb30-381d-44cb-b094-52bcb345d922" providerId="ADAL" clId="{1547E835-BBCB-40A8-833C-CD344E18650E}" dt="2024-04-24T15:52:47.961" v="3161" actId="478"/>
          <ac:grpSpMkLst>
            <pc:docMk/>
            <pc:sldMk cId="3930584631" sldId="388"/>
            <ac:grpSpMk id="30" creationId="{3B1F2A86-22C5-BF04-E853-38AC76FA601C}"/>
          </ac:grpSpMkLst>
        </pc:grpChg>
        <pc:picChg chg="add del mod">
          <ac:chgData name="ניב קופולוביץ" userId="0206eb30-381d-44cb-b094-52bcb345d922" providerId="ADAL" clId="{1547E835-BBCB-40A8-833C-CD344E18650E}" dt="2024-04-24T15:54:59.823" v="3185" actId="478"/>
          <ac:picMkLst>
            <pc:docMk/>
            <pc:sldMk cId="3930584631" sldId="388"/>
            <ac:picMk id="4" creationId="{4A428D23-33F6-1A26-910C-13442133B132}"/>
          </ac:picMkLst>
        </pc:picChg>
        <pc:picChg chg="add mod">
          <ac:chgData name="ניב קופולוביץ" userId="0206eb30-381d-44cb-b094-52bcb345d922" providerId="ADAL" clId="{1547E835-BBCB-40A8-833C-CD344E18650E}" dt="2024-04-24T15:57:07.130" v="3203" actId="1076"/>
          <ac:picMkLst>
            <pc:docMk/>
            <pc:sldMk cId="3930584631" sldId="388"/>
            <ac:picMk id="6" creationId="{A6571C5D-28F1-AAB5-7E8E-8D86DE892122}"/>
          </ac:picMkLst>
        </pc:picChg>
        <pc:picChg chg="add del mod">
          <ac:chgData name="ניב קופולוביץ" userId="0206eb30-381d-44cb-b094-52bcb345d922" providerId="ADAL" clId="{1547E835-BBCB-40A8-833C-CD344E18650E}" dt="2024-04-24T15:56:49.628" v="3197" actId="478"/>
          <ac:picMkLst>
            <pc:docMk/>
            <pc:sldMk cId="3930584631" sldId="388"/>
            <ac:picMk id="8" creationId="{5E20BA7B-06CC-B2D3-B651-F33D0B2239B4}"/>
          </ac:picMkLst>
        </pc:picChg>
      </pc:sldChg>
      <pc:sldChg chg="addSp delSp modSp add mod">
        <pc:chgData name="ניב קופולוביץ" userId="0206eb30-381d-44cb-b094-52bcb345d922" providerId="ADAL" clId="{1547E835-BBCB-40A8-833C-CD344E18650E}" dt="2024-04-25T14:30:41.738" v="7605" actId="20577"/>
        <pc:sldMkLst>
          <pc:docMk/>
          <pc:sldMk cId="2838448215" sldId="389"/>
        </pc:sldMkLst>
        <pc:spChg chg="mod">
          <ac:chgData name="ניב קופולוביץ" userId="0206eb30-381d-44cb-b094-52bcb345d922" providerId="ADAL" clId="{1547E835-BBCB-40A8-833C-CD344E18650E}" dt="2024-04-24T16:04:56.517" v="3374" actId="1036"/>
          <ac:spMkLst>
            <pc:docMk/>
            <pc:sldMk cId="2838448215" sldId="389"/>
            <ac:spMk id="2" creationId="{BF4F2C32-E81B-C407-683A-A15EC9497B27}"/>
          </ac:spMkLst>
        </pc:spChg>
        <pc:spChg chg="add mod">
          <ac:chgData name="ניב קופולוביץ" userId="0206eb30-381d-44cb-b094-52bcb345d922" providerId="ADAL" clId="{1547E835-BBCB-40A8-833C-CD344E18650E}" dt="2024-04-24T16:01:57.622" v="3321" actId="1076"/>
          <ac:spMkLst>
            <pc:docMk/>
            <pc:sldMk cId="2838448215" sldId="389"/>
            <ac:spMk id="3" creationId="{E263A3AD-CA0B-ED31-0DEF-3CC4F193A351}"/>
          </ac:spMkLst>
        </pc:spChg>
        <pc:spChg chg="mod">
          <ac:chgData name="ניב קופולוביץ" userId="0206eb30-381d-44cb-b094-52bcb345d922" providerId="ADAL" clId="{1547E835-BBCB-40A8-833C-CD344E18650E}" dt="2024-04-25T14:30:41.738" v="7605" actId="20577"/>
          <ac:spMkLst>
            <pc:docMk/>
            <pc:sldMk cId="2838448215" sldId="389"/>
            <ac:spMk id="9" creationId="{3D198235-B3EC-4400-6030-699492EF7A5D}"/>
          </ac:spMkLst>
        </pc:spChg>
        <pc:picChg chg="del">
          <ac:chgData name="ניב קופולוביץ" userId="0206eb30-381d-44cb-b094-52bcb345d922" providerId="ADAL" clId="{1547E835-BBCB-40A8-833C-CD344E18650E}" dt="2024-04-24T15:56:43.368" v="3194" actId="478"/>
          <ac:picMkLst>
            <pc:docMk/>
            <pc:sldMk cId="2838448215" sldId="389"/>
            <ac:picMk id="6" creationId="{A6571C5D-28F1-AAB5-7E8E-8D86DE892122}"/>
          </ac:picMkLst>
        </pc:picChg>
        <pc:picChg chg="mod">
          <ac:chgData name="ניב קופולוביץ" userId="0206eb30-381d-44cb-b094-52bcb345d922" providerId="ADAL" clId="{1547E835-BBCB-40A8-833C-CD344E18650E}" dt="2024-04-24T16:01:55.536" v="3320" actId="1076"/>
          <ac:picMkLst>
            <pc:docMk/>
            <pc:sldMk cId="2838448215" sldId="389"/>
            <ac:picMk id="8" creationId="{5E20BA7B-06CC-B2D3-B651-F33D0B2239B4}"/>
          </ac:picMkLst>
        </pc:picChg>
      </pc:sldChg>
      <pc:sldChg chg="addSp delSp modSp add mod">
        <pc:chgData name="ניב קופולוביץ" userId="0206eb30-381d-44cb-b094-52bcb345d922" providerId="ADAL" clId="{1547E835-BBCB-40A8-833C-CD344E18650E}" dt="2024-04-25T14:50:43.721" v="8020" actId="20577"/>
        <pc:sldMkLst>
          <pc:docMk/>
          <pc:sldMk cId="885221884" sldId="390"/>
        </pc:sldMkLst>
        <pc:spChg chg="mod">
          <ac:chgData name="ניב קופולוביץ" userId="0206eb30-381d-44cb-b094-52bcb345d922" providerId="ADAL" clId="{1547E835-BBCB-40A8-833C-CD344E18650E}" dt="2024-04-24T16:16:19.237" v="3503" actId="1076"/>
          <ac:spMkLst>
            <pc:docMk/>
            <pc:sldMk cId="885221884" sldId="390"/>
            <ac:spMk id="2" creationId="{BF4F2C32-E81B-C407-683A-A15EC9497B27}"/>
          </ac:spMkLst>
        </pc:spChg>
        <pc:spChg chg="add mod">
          <ac:chgData name="ניב קופולוביץ" userId="0206eb30-381d-44cb-b094-52bcb345d922" providerId="ADAL" clId="{1547E835-BBCB-40A8-833C-CD344E18650E}" dt="2024-04-25T14:50:43.721" v="8020" actId="20577"/>
          <ac:spMkLst>
            <pc:docMk/>
            <pc:sldMk cId="885221884" sldId="390"/>
            <ac:spMk id="6" creationId="{5D41E3A2-6BDE-25E0-A4E0-7EE6693149CD}"/>
          </ac:spMkLst>
        </pc:spChg>
        <pc:spChg chg="add mod">
          <ac:chgData name="ניב קופולוביץ" userId="0206eb30-381d-44cb-b094-52bcb345d922" providerId="ADAL" clId="{1547E835-BBCB-40A8-833C-CD344E18650E}" dt="2024-04-25T14:50:12.409" v="8001" actId="20577"/>
          <ac:spMkLst>
            <pc:docMk/>
            <pc:sldMk cId="885221884" sldId="390"/>
            <ac:spMk id="8" creationId="{FF060A5C-668B-6861-9083-4CBCDA44CCE1}"/>
          </ac:spMkLst>
        </pc:spChg>
        <pc:spChg chg="mod">
          <ac:chgData name="ניב קופולוביץ" userId="0206eb30-381d-44cb-b094-52bcb345d922" providerId="ADAL" clId="{1547E835-BBCB-40A8-833C-CD344E18650E}" dt="2024-04-25T14:30:56.152" v="7612" actId="20577"/>
          <ac:spMkLst>
            <pc:docMk/>
            <pc:sldMk cId="885221884" sldId="390"/>
            <ac:spMk id="9" creationId="{3D198235-B3EC-4400-6030-699492EF7A5D}"/>
          </ac:spMkLst>
        </pc:spChg>
        <pc:spChg chg="del mod">
          <ac:chgData name="ניב קופולוביץ" userId="0206eb30-381d-44cb-b094-52bcb345d922" providerId="ADAL" clId="{1547E835-BBCB-40A8-833C-CD344E18650E}" dt="2024-04-24T16:12:22.932" v="3457" actId="478"/>
          <ac:spMkLst>
            <pc:docMk/>
            <pc:sldMk cId="885221884" sldId="390"/>
            <ac:spMk id="36" creationId="{032C166A-2D44-4D60-5A4E-1ED7D95BF9A0}"/>
          </ac:spMkLst>
        </pc:spChg>
        <pc:picChg chg="add del mod">
          <ac:chgData name="ניב קופולוביץ" userId="0206eb30-381d-44cb-b094-52bcb345d922" providerId="ADAL" clId="{1547E835-BBCB-40A8-833C-CD344E18650E}" dt="2024-04-24T16:11:52.545" v="3441" actId="478"/>
          <ac:picMkLst>
            <pc:docMk/>
            <pc:sldMk cId="885221884" sldId="390"/>
            <ac:picMk id="3" creationId="{8FC3CBC3-2C11-21D4-E5FB-1CF6A045C73C}"/>
          </ac:picMkLst>
        </pc:picChg>
        <pc:picChg chg="add del mod">
          <ac:chgData name="ניב קופולוביץ" userId="0206eb30-381d-44cb-b094-52bcb345d922" providerId="ADAL" clId="{1547E835-BBCB-40A8-833C-CD344E18650E}" dt="2024-04-24T16:11:55.796" v="3443" actId="21"/>
          <ac:picMkLst>
            <pc:docMk/>
            <pc:sldMk cId="885221884" sldId="390"/>
            <ac:picMk id="4" creationId="{B063FA29-1FC2-F38D-BF06-1185CBE5FE1A}"/>
          </ac:picMkLst>
        </pc:picChg>
        <pc:picChg chg="add mod">
          <ac:chgData name="ניב קופולוביץ" userId="0206eb30-381d-44cb-b094-52bcb345d922" providerId="ADAL" clId="{1547E835-BBCB-40A8-833C-CD344E18650E}" dt="2024-04-24T16:13:44.955" v="3485" actId="108"/>
          <ac:picMkLst>
            <pc:docMk/>
            <pc:sldMk cId="885221884" sldId="390"/>
            <ac:picMk id="5" creationId="{CAD6077C-CE7F-BA6D-23F8-D6A350360D3A}"/>
          </ac:picMkLst>
        </pc:picChg>
        <pc:picChg chg="add mod">
          <ac:chgData name="ניב קופולוביץ" userId="0206eb30-381d-44cb-b094-52bcb345d922" providerId="ADAL" clId="{1547E835-BBCB-40A8-833C-CD344E18650E}" dt="2024-04-24T16:13:46.731" v="3486" actId="108"/>
          <ac:picMkLst>
            <pc:docMk/>
            <pc:sldMk cId="885221884" sldId="390"/>
            <ac:picMk id="7" creationId="{B063FA29-1FC2-F38D-BF06-1185CBE5FE1A}"/>
          </ac:picMkLst>
        </pc:picChg>
        <pc:picChg chg="del">
          <ac:chgData name="ניב קופולוביץ" userId="0206eb30-381d-44cb-b094-52bcb345d922" providerId="ADAL" clId="{1547E835-BBCB-40A8-833C-CD344E18650E}" dt="2024-04-24T16:11:23.784" v="3434" actId="478"/>
          <ac:picMkLst>
            <pc:docMk/>
            <pc:sldMk cId="885221884" sldId="390"/>
            <ac:picMk id="35" creationId="{3BB10413-D9E7-306B-28DF-3F3F02AC2FC5}"/>
          </ac:picMkLst>
        </pc:picChg>
      </pc:sldChg>
      <pc:sldChg chg="addSp delSp modSp add mod ord">
        <pc:chgData name="ניב קופולוביץ" userId="0206eb30-381d-44cb-b094-52bcb345d922" providerId="ADAL" clId="{1547E835-BBCB-40A8-833C-CD344E18650E}" dt="2024-04-25T14:30:58.192" v="7613" actId="20577"/>
        <pc:sldMkLst>
          <pc:docMk/>
          <pc:sldMk cId="2828906567" sldId="391"/>
        </pc:sldMkLst>
        <pc:spChg chg="mod">
          <ac:chgData name="ניב קופולוביץ" userId="0206eb30-381d-44cb-b094-52bcb345d922" providerId="ADAL" clId="{1547E835-BBCB-40A8-833C-CD344E18650E}" dt="2024-04-25T10:50:47.536" v="4796" actId="14100"/>
          <ac:spMkLst>
            <pc:docMk/>
            <pc:sldMk cId="2828906567" sldId="391"/>
            <ac:spMk id="2" creationId="{BF4F2C32-E81B-C407-683A-A15EC9497B27}"/>
          </ac:spMkLst>
        </pc:spChg>
        <pc:spChg chg="mod">
          <ac:chgData name="ניב קופולוביץ" userId="0206eb30-381d-44cb-b094-52bcb345d922" providerId="ADAL" clId="{1547E835-BBCB-40A8-833C-CD344E18650E}" dt="2024-04-25T14:30:58.192" v="7613" actId="20577"/>
          <ac:spMkLst>
            <pc:docMk/>
            <pc:sldMk cId="2828906567" sldId="391"/>
            <ac:spMk id="9" creationId="{3D198235-B3EC-4400-6030-699492EF7A5D}"/>
          </ac:spMkLst>
        </pc:spChg>
        <pc:spChg chg="mod">
          <ac:chgData name="ניב קופולוביץ" userId="0206eb30-381d-44cb-b094-52bcb345d922" providerId="ADAL" clId="{1547E835-BBCB-40A8-833C-CD344E18650E}" dt="2024-04-25T07:43:33.850" v="3785"/>
          <ac:spMkLst>
            <pc:docMk/>
            <pc:sldMk cId="2828906567" sldId="391"/>
            <ac:spMk id="11" creationId="{5A2BA637-3D73-0EF8-7BFF-B6868887C488}"/>
          </ac:spMkLst>
        </pc:spChg>
        <pc:spChg chg="mod">
          <ac:chgData name="ניב קופולוביץ" userId="0206eb30-381d-44cb-b094-52bcb345d922" providerId="ADAL" clId="{1547E835-BBCB-40A8-833C-CD344E18650E}" dt="2024-04-25T07:43:33.850" v="3785"/>
          <ac:spMkLst>
            <pc:docMk/>
            <pc:sldMk cId="2828906567" sldId="391"/>
            <ac:spMk id="13" creationId="{E257ED34-7E1D-8F3C-5A41-FE655BD0C96B}"/>
          </ac:spMkLst>
        </pc:spChg>
        <pc:spChg chg="mod">
          <ac:chgData name="ניב קופולוביץ" userId="0206eb30-381d-44cb-b094-52bcb345d922" providerId="ADAL" clId="{1547E835-BBCB-40A8-833C-CD344E18650E}" dt="2024-04-25T07:43:33.850" v="3785"/>
          <ac:spMkLst>
            <pc:docMk/>
            <pc:sldMk cId="2828906567" sldId="391"/>
            <ac:spMk id="14" creationId="{C6050F4C-9A1E-A3DE-590F-24DD4EDACB52}"/>
          </ac:spMkLst>
        </pc:spChg>
        <pc:spChg chg="mod">
          <ac:chgData name="ניב קופולוביץ" userId="0206eb30-381d-44cb-b094-52bcb345d922" providerId="ADAL" clId="{1547E835-BBCB-40A8-833C-CD344E18650E}" dt="2024-04-25T07:43:33.850" v="3785"/>
          <ac:spMkLst>
            <pc:docMk/>
            <pc:sldMk cId="2828906567" sldId="391"/>
            <ac:spMk id="15" creationId="{133E1CE4-FD72-8A69-C0F9-38B3600C8513}"/>
          </ac:spMkLst>
        </pc:spChg>
        <pc:spChg chg="mod">
          <ac:chgData name="ניב קופולוביץ" userId="0206eb30-381d-44cb-b094-52bcb345d922" providerId="ADAL" clId="{1547E835-BBCB-40A8-833C-CD344E18650E}" dt="2024-04-25T07:43:33.850" v="3785"/>
          <ac:spMkLst>
            <pc:docMk/>
            <pc:sldMk cId="2828906567" sldId="391"/>
            <ac:spMk id="16" creationId="{64C48D5B-81F1-AAEB-5BA0-A8DB332C5136}"/>
          </ac:spMkLst>
        </pc:spChg>
        <pc:spChg chg="mod">
          <ac:chgData name="ניב קופולוביץ" userId="0206eb30-381d-44cb-b094-52bcb345d922" providerId="ADAL" clId="{1547E835-BBCB-40A8-833C-CD344E18650E}" dt="2024-04-25T07:43:33.850" v="3785"/>
          <ac:spMkLst>
            <pc:docMk/>
            <pc:sldMk cId="2828906567" sldId="391"/>
            <ac:spMk id="17" creationId="{E6308D86-A41D-578D-F11D-CC0B204F3DCB}"/>
          </ac:spMkLst>
        </pc:spChg>
        <pc:spChg chg="mod">
          <ac:chgData name="ניב קופולוביץ" userId="0206eb30-381d-44cb-b094-52bcb345d922" providerId="ADAL" clId="{1547E835-BBCB-40A8-833C-CD344E18650E}" dt="2024-04-25T07:43:33.850" v="3785"/>
          <ac:spMkLst>
            <pc:docMk/>
            <pc:sldMk cId="2828906567" sldId="391"/>
            <ac:spMk id="18" creationId="{4A572B64-8C21-ECCC-A14B-96570FBEFBCB}"/>
          </ac:spMkLst>
        </pc:spChg>
        <pc:spChg chg="mod">
          <ac:chgData name="ניב קופולוביץ" userId="0206eb30-381d-44cb-b094-52bcb345d922" providerId="ADAL" clId="{1547E835-BBCB-40A8-833C-CD344E18650E}" dt="2024-04-25T07:43:33.850" v="3785"/>
          <ac:spMkLst>
            <pc:docMk/>
            <pc:sldMk cId="2828906567" sldId="391"/>
            <ac:spMk id="19" creationId="{6F5EE064-C422-E303-77E7-DDE92E2BC7B3}"/>
          </ac:spMkLst>
        </pc:spChg>
        <pc:spChg chg="mod">
          <ac:chgData name="ניב קופולוביץ" userId="0206eb30-381d-44cb-b094-52bcb345d922" providerId="ADAL" clId="{1547E835-BBCB-40A8-833C-CD344E18650E}" dt="2024-04-25T07:43:33.850" v="3785"/>
          <ac:spMkLst>
            <pc:docMk/>
            <pc:sldMk cId="2828906567" sldId="391"/>
            <ac:spMk id="20" creationId="{6F678B30-5038-656B-5101-F09D7D80F773}"/>
          </ac:spMkLst>
        </pc:spChg>
        <pc:spChg chg="mod">
          <ac:chgData name="ניב קופולוביץ" userId="0206eb30-381d-44cb-b094-52bcb345d922" providerId="ADAL" clId="{1547E835-BBCB-40A8-833C-CD344E18650E}" dt="2024-04-25T07:43:33.850" v="3785"/>
          <ac:spMkLst>
            <pc:docMk/>
            <pc:sldMk cId="2828906567" sldId="391"/>
            <ac:spMk id="21" creationId="{22571BF2-AF46-6E08-8EEA-4CBACB893597}"/>
          </ac:spMkLst>
        </pc:spChg>
        <pc:spChg chg="mod">
          <ac:chgData name="ניב קופולוביץ" userId="0206eb30-381d-44cb-b094-52bcb345d922" providerId="ADAL" clId="{1547E835-BBCB-40A8-833C-CD344E18650E}" dt="2024-04-25T07:43:33.850" v="3785"/>
          <ac:spMkLst>
            <pc:docMk/>
            <pc:sldMk cId="2828906567" sldId="391"/>
            <ac:spMk id="22" creationId="{621AE0F4-1F63-DFA9-D4C6-68A8D846A821}"/>
          </ac:spMkLst>
        </pc:spChg>
        <pc:spChg chg="mod">
          <ac:chgData name="ניב קופולוביץ" userId="0206eb30-381d-44cb-b094-52bcb345d922" providerId="ADAL" clId="{1547E835-BBCB-40A8-833C-CD344E18650E}" dt="2024-04-25T07:43:33.850" v="3785"/>
          <ac:spMkLst>
            <pc:docMk/>
            <pc:sldMk cId="2828906567" sldId="391"/>
            <ac:spMk id="24" creationId="{4728930B-E023-6FB8-AEE3-C359B8823692}"/>
          </ac:spMkLst>
        </pc:spChg>
        <pc:spChg chg="mod">
          <ac:chgData name="ניב קופולוביץ" userId="0206eb30-381d-44cb-b094-52bcb345d922" providerId="ADAL" clId="{1547E835-BBCB-40A8-833C-CD344E18650E}" dt="2024-04-25T07:43:33.850" v="3785"/>
          <ac:spMkLst>
            <pc:docMk/>
            <pc:sldMk cId="2828906567" sldId="391"/>
            <ac:spMk id="25" creationId="{20432B99-3437-FCF8-F568-68D1CEDBC00C}"/>
          </ac:spMkLst>
        </pc:spChg>
        <pc:spChg chg="mod">
          <ac:chgData name="ניב קופולוביץ" userId="0206eb30-381d-44cb-b094-52bcb345d922" providerId="ADAL" clId="{1547E835-BBCB-40A8-833C-CD344E18650E}" dt="2024-04-25T07:43:33.850" v="3785"/>
          <ac:spMkLst>
            <pc:docMk/>
            <pc:sldMk cId="2828906567" sldId="391"/>
            <ac:spMk id="27" creationId="{59503BA6-80EB-A67F-D880-3CFFFD97C8BE}"/>
          </ac:spMkLst>
        </pc:spChg>
        <pc:spChg chg="mod">
          <ac:chgData name="ניב קופולוביץ" userId="0206eb30-381d-44cb-b094-52bcb345d922" providerId="ADAL" clId="{1547E835-BBCB-40A8-833C-CD344E18650E}" dt="2024-04-25T07:44:51.468" v="3846" actId="1076"/>
          <ac:spMkLst>
            <pc:docMk/>
            <pc:sldMk cId="2828906567" sldId="391"/>
            <ac:spMk id="36" creationId="{032C166A-2D44-4D60-5A4E-1ED7D95BF9A0}"/>
          </ac:spMkLst>
        </pc:spChg>
        <pc:grpChg chg="add mod">
          <ac:chgData name="ניב קופולוביץ" userId="0206eb30-381d-44cb-b094-52bcb345d922" providerId="ADAL" clId="{1547E835-BBCB-40A8-833C-CD344E18650E}" dt="2024-04-25T07:43:41.459" v="3788" actId="1076"/>
          <ac:grpSpMkLst>
            <pc:docMk/>
            <pc:sldMk cId="2828906567" sldId="391"/>
            <ac:grpSpMk id="26" creationId="{5014F501-B886-E0A5-AF74-65C4733DD6BB}"/>
          </ac:grpSpMkLst>
        </pc:grpChg>
        <pc:picChg chg="add del mod">
          <ac:chgData name="ניב קופולוביץ" userId="0206eb30-381d-44cb-b094-52bcb345d922" providerId="ADAL" clId="{1547E835-BBCB-40A8-833C-CD344E18650E}" dt="2024-04-25T06:57:33.866" v="3663" actId="478"/>
          <ac:picMkLst>
            <pc:docMk/>
            <pc:sldMk cId="2828906567" sldId="391"/>
            <ac:picMk id="4" creationId="{A1DC2024-B54F-3152-A426-FA49940B360C}"/>
          </ac:picMkLst>
        </pc:picChg>
        <pc:picChg chg="mod">
          <ac:chgData name="ניב קופולוביץ" userId="0206eb30-381d-44cb-b094-52bcb345d922" providerId="ADAL" clId="{1547E835-BBCB-40A8-833C-CD344E18650E}" dt="2024-04-25T07:43:33.850" v="3785"/>
          <ac:picMkLst>
            <pc:docMk/>
            <pc:sldMk cId="2828906567" sldId="391"/>
            <ac:picMk id="5" creationId="{5F80EAD7-D72A-EA03-F518-B422BFAF3D76}"/>
          </ac:picMkLst>
        </pc:picChg>
        <pc:picChg chg="mod">
          <ac:chgData name="ניב קופולוביץ" userId="0206eb30-381d-44cb-b094-52bcb345d922" providerId="ADAL" clId="{1547E835-BBCB-40A8-833C-CD344E18650E}" dt="2024-04-25T07:43:33.850" v="3785"/>
          <ac:picMkLst>
            <pc:docMk/>
            <pc:sldMk cId="2828906567" sldId="391"/>
            <ac:picMk id="6" creationId="{8ED7A27B-3424-1CDD-5327-035D423E3232}"/>
          </ac:picMkLst>
        </pc:picChg>
        <pc:picChg chg="mod">
          <ac:chgData name="ניב קופולוביץ" userId="0206eb30-381d-44cb-b094-52bcb345d922" providerId="ADAL" clId="{1547E835-BBCB-40A8-833C-CD344E18650E}" dt="2024-04-25T07:43:33.850" v="3785"/>
          <ac:picMkLst>
            <pc:docMk/>
            <pc:sldMk cId="2828906567" sldId="391"/>
            <ac:picMk id="7" creationId="{AEDAD1BC-2A5B-62AD-EE33-7564C74982C7}"/>
          </ac:picMkLst>
        </pc:picChg>
        <pc:picChg chg="mod">
          <ac:chgData name="ניב קופולוביץ" userId="0206eb30-381d-44cb-b094-52bcb345d922" providerId="ADAL" clId="{1547E835-BBCB-40A8-833C-CD344E18650E}" dt="2024-04-25T07:43:33.850" v="3785"/>
          <ac:picMkLst>
            <pc:docMk/>
            <pc:sldMk cId="2828906567" sldId="391"/>
            <ac:picMk id="8" creationId="{696F6196-49E6-C8E8-425E-C39EC910551B}"/>
          </ac:picMkLst>
        </pc:picChg>
        <pc:picChg chg="mod">
          <ac:chgData name="ניב קופולוביץ" userId="0206eb30-381d-44cb-b094-52bcb345d922" providerId="ADAL" clId="{1547E835-BBCB-40A8-833C-CD344E18650E}" dt="2024-04-25T07:43:33.850" v="3785"/>
          <ac:picMkLst>
            <pc:docMk/>
            <pc:sldMk cId="2828906567" sldId="391"/>
            <ac:picMk id="10" creationId="{B7DDB41E-E202-04A8-E2A9-ED9834BC3741}"/>
          </ac:picMkLst>
        </pc:picChg>
        <pc:picChg chg="mod">
          <ac:chgData name="ניב קופולוביץ" userId="0206eb30-381d-44cb-b094-52bcb345d922" providerId="ADAL" clId="{1547E835-BBCB-40A8-833C-CD344E18650E}" dt="2024-04-25T07:43:33.850" v="3785"/>
          <ac:picMkLst>
            <pc:docMk/>
            <pc:sldMk cId="2828906567" sldId="391"/>
            <ac:picMk id="12" creationId="{3C192987-A60E-CDD6-3CE5-8B45AD5AB97B}"/>
          </ac:picMkLst>
        </pc:picChg>
        <pc:picChg chg="mod">
          <ac:chgData name="ניב קופולוביץ" userId="0206eb30-381d-44cb-b094-52bcb345d922" providerId="ADAL" clId="{1547E835-BBCB-40A8-833C-CD344E18650E}" dt="2024-04-25T07:43:33.850" v="3785"/>
          <ac:picMkLst>
            <pc:docMk/>
            <pc:sldMk cId="2828906567" sldId="391"/>
            <ac:picMk id="23" creationId="{B61A341D-D5BD-BEE9-1B1B-175C6A774B76}"/>
          </ac:picMkLst>
        </pc:picChg>
        <pc:picChg chg="del">
          <ac:chgData name="ניב קופולוביץ" userId="0206eb30-381d-44cb-b094-52bcb345d922" providerId="ADAL" clId="{1547E835-BBCB-40A8-833C-CD344E18650E}" dt="2024-04-25T06:56:55.949" v="3651" actId="478"/>
          <ac:picMkLst>
            <pc:docMk/>
            <pc:sldMk cId="2828906567" sldId="391"/>
            <ac:picMk id="35" creationId="{3BB10413-D9E7-306B-28DF-3F3F02AC2FC5}"/>
          </ac:picMkLst>
        </pc:picChg>
      </pc:sldChg>
      <pc:sldChg chg="addSp delSp modSp add mod">
        <pc:chgData name="ניב קופולוביץ" userId="0206eb30-381d-44cb-b094-52bcb345d922" providerId="ADAL" clId="{1547E835-BBCB-40A8-833C-CD344E18650E}" dt="2024-04-26T13:34:30.013" v="9967" actId="1076"/>
        <pc:sldMkLst>
          <pc:docMk/>
          <pc:sldMk cId="1847781216" sldId="392"/>
        </pc:sldMkLst>
        <pc:spChg chg="mod">
          <ac:chgData name="ניב קופולוביץ" userId="0206eb30-381d-44cb-b094-52bcb345d922" providerId="ADAL" clId="{1547E835-BBCB-40A8-833C-CD344E18650E}" dt="2024-04-25T09:23:47.825" v="4315" actId="33524"/>
          <ac:spMkLst>
            <pc:docMk/>
            <pc:sldMk cId="1847781216" sldId="392"/>
            <ac:spMk id="2" creationId="{BF4F2C32-E81B-C407-683A-A15EC9497B27}"/>
          </ac:spMkLst>
        </pc:spChg>
        <pc:spChg chg="add">
          <ac:chgData name="ניב קופולוביץ" userId="0206eb30-381d-44cb-b094-52bcb345d922" providerId="ADAL" clId="{1547E835-BBCB-40A8-833C-CD344E18650E}" dt="2024-04-25T09:21:06.921" v="4237"/>
          <ac:spMkLst>
            <pc:docMk/>
            <pc:sldMk cId="1847781216" sldId="392"/>
            <ac:spMk id="3" creationId="{8EED76B0-46B4-8F99-F31D-6DC8F7BFC640}"/>
          </ac:spMkLst>
        </pc:spChg>
        <pc:spChg chg="mod">
          <ac:chgData name="ניב קופולוביץ" userId="0206eb30-381d-44cb-b094-52bcb345d922" providerId="ADAL" clId="{1547E835-BBCB-40A8-833C-CD344E18650E}" dt="2024-04-25T14:31:04.398" v="7616" actId="20577"/>
          <ac:spMkLst>
            <pc:docMk/>
            <pc:sldMk cId="1847781216" sldId="392"/>
            <ac:spMk id="9" creationId="{3D198235-B3EC-4400-6030-699492EF7A5D}"/>
          </ac:spMkLst>
        </pc:spChg>
        <pc:spChg chg="mod">
          <ac:chgData name="ניב קופולוביץ" userId="0206eb30-381d-44cb-b094-52bcb345d922" providerId="ADAL" clId="{1547E835-BBCB-40A8-833C-CD344E18650E}" dt="2024-04-26T13:34:30.013" v="9967" actId="1076"/>
          <ac:spMkLst>
            <pc:docMk/>
            <pc:sldMk cId="1847781216" sldId="392"/>
            <ac:spMk id="36" creationId="{032C166A-2D44-4D60-5A4E-1ED7D95BF9A0}"/>
          </ac:spMkLst>
        </pc:spChg>
        <pc:picChg chg="del">
          <ac:chgData name="ניב קופולוביץ" userId="0206eb30-381d-44cb-b094-52bcb345d922" providerId="ADAL" clId="{1547E835-BBCB-40A8-833C-CD344E18650E}" dt="2024-04-25T14:11:15.901" v="7100" actId="478"/>
          <ac:picMkLst>
            <pc:docMk/>
            <pc:sldMk cId="1847781216" sldId="392"/>
            <ac:picMk id="4" creationId="{A1DC2024-B54F-3152-A426-FA49940B360C}"/>
          </ac:picMkLst>
        </pc:picChg>
        <pc:picChg chg="add mod">
          <ac:chgData name="ניב קופולוביץ" userId="0206eb30-381d-44cb-b094-52bcb345d922" providerId="ADAL" clId="{1547E835-BBCB-40A8-833C-CD344E18650E}" dt="2024-04-26T13:34:25.334" v="9966" actId="1038"/>
          <ac:picMkLst>
            <pc:docMk/>
            <pc:sldMk cId="1847781216" sldId="392"/>
            <ac:picMk id="4" creationId="{B14B1EA8-B31D-4A8C-A25B-4CA744A1A773}"/>
          </ac:picMkLst>
        </pc:picChg>
        <pc:picChg chg="add del mod">
          <ac:chgData name="ניב קופולוביץ" userId="0206eb30-381d-44cb-b094-52bcb345d922" providerId="ADAL" clId="{1547E835-BBCB-40A8-833C-CD344E18650E}" dt="2024-04-26T13:34:13.751" v="9958" actId="478"/>
          <ac:picMkLst>
            <pc:docMk/>
            <pc:sldMk cId="1847781216" sldId="392"/>
            <ac:picMk id="6" creationId="{E5A104FC-CBFC-A8AE-1C9B-15B409412CFB}"/>
          </ac:picMkLst>
        </pc:picChg>
      </pc:sldChg>
      <pc:sldChg chg="addSp delSp modSp add mod">
        <pc:chgData name="ניב קופולוביץ" userId="0206eb30-381d-44cb-b094-52bcb345d922" providerId="ADAL" clId="{1547E835-BBCB-40A8-833C-CD344E18650E}" dt="2024-04-25T14:31:00.425" v="7614" actId="20577"/>
        <pc:sldMkLst>
          <pc:docMk/>
          <pc:sldMk cId="154692509" sldId="393"/>
        </pc:sldMkLst>
        <pc:spChg chg="del">
          <ac:chgData name="ניב קופולוביץ" userId="0206eb30-381d-44cb-b094-52bcb345d922" providerId="ADAL" clId="{1547E835-BBCB-40A8-833C-CD344E18650E}" dt="2024-04-25T07:36:58.157" v="3704" actId="478"/>
          <ac:spMkLst>
            <pc:docMk/>
            <pc:sldMk cId="154692509" sldId="393"/>
            <ac:spMk id="2" creationId="{BF4F2C32-E81B-C407-683A-A15EC9497B27}"/>
          </ac:spMkLst>
        </pc:spChg>
        <pc:spChg chg="add mod">
          <ac:chgData name="ניב קופולוביץ" userId="0206eb30-381d-44cb-b094-52bcb345d922" providerId="ADAL" clId="{1547E835-BBCB-40A8-833C-CD344E18650E}" dt="2024-04-25T07:43:26.429" v="3783" actId="164"/>
          <ac:spMkLst>
            <pc:docMk/>
            <pc:sldMk cId="154692509" sldId="393"/>
            <ac:spMk id="8" creationId="{5A2BA637-3D73-0EF8-7BFF-B6868887C488}"/>
          </ac:spMkLst>
        </pc:spChg>
        <pc:spChg chg="mod">
          <ac:chgData name="ניב קופולוביץ" userId="0206eb30-381d-44cb-b094-52bcb345d922" providerId="ADAL" clId="{1547E835-BBCB-40A8-833C-CD344E18650E}" dt="2024-04-25T14:31:00.425" v="7614" actId="20577"/>
          <ac:spMkLst>
            <pc:docMk/>
            <pc:sldMk cId="154692509" sldId="393"/>
            <ac:spMk id="9" creationId="{3D198235-B3EC-4400-6030-699492EF7A5D}"/>
          </ac:spMkLst>
        </pc:spChg>
        <pc:spChg chg="add mod">
          <ac:chgData name="ניב קופולוביץ" userId="0206eb30-381d-44cb-b094-52bcb345d922" providerId="ADAL" clId="{1547E835-BBCB-40A8-833C-CD344E18650E}" dt="2024-04-25T07:43:26.429" v="3783" actId="164"/>
          <ac:spMkLst>
            <pc:docMk/>
            <pc:sldMk cId="154692509" sldId="393"/>
            <ac:spMk id="11" creationId="{E257ED34-7E1D-8F3C-5A41-FE655BD0C96B}"/>
          </ac:spMkLst>
        </pc:spChg>
        <pc:spChg chg="add del mod">
          <ac:chgData name="ניב קופולוביץ" userId="0206eb30-381d-44cb-b094-52bcb345d922" providerId="ADAL" clId="{1547E835-BBCB-40A8-833C-CD344E18650E}" dt="2024-04-25T07:41:24.906" v="3782" actId="478"/>
          <ac:spMkLst>
            <pc:docMk/>
            <pc:sldMk cId="154692509" sldId="393"/>
            <ac:spMk id="12" creationId="{6CF8335E-22F0-58AA-AE29-9459BE27FBD6}"/>
          </ac:spMkLst>
        </pc:spChg>
        <pc:spChg chg="add mod">
          <ac:chgData name="ניב קופולוביץ" userId="0206eb30-381d-44cb-b094-52bcb345d922" providerId="ADAL" clId="{1547E835-BBCB-40A8-833C-CD344E18650E}" dt="2024-04-25T07:43:26.429" v="3783" actId="164"/>
          <ac:spMkLst>
            <pc:docMk/>
            <pc:sldMk cId="154692509" sldId="393"/>
            <ac:spMk id="13" creationId="{C6050F4C-9A1E-A3DE-590F-24DD4EDACB52}"/>
          </ac:spMkLst>
        </pc:spChg>
        <pc:spChg chg="add mod">
          <ac:chgData name="ניב קופולוביץ" userId="0206eb30-381d-44cb-b094-52bcb345d922" providerId="ADAL" clId="{1547E835-BBCB-40A8-833C-CD344E18650E}" dt="2024-04-25T07:43:26.429" v="3783" actId="164"/>
          <ac:spMkLst>
            <pc:docMk/>
            <pc:sldMk cId="154692509" sldId="393"/>
            <ac:spMk id="14" creationId="{133E1CE4-FD72-8A69-C0F9-38B3600C8513}"/>
          </ac:spMkLst>
        </pc:spChg>
        <pc:spChg chg="add mod">
          <ac:chgData name="ניב קופולוביץ" userId="0206eb30-381d-44cb-b094-52bcb345d922" providerId="ADAL" clId="{1547E835-BBCB-40A8-833C-CD344E18650E}" dt="2024-04-25T07:43:26.429" v="3783" actId="164"/>
          <ac:spMkLst>
            <pc:docMk/>
            <pc:sldMk cId="154692509" sldId="393"/>
            <ac:spMk id="15" creationId="{64C48D5B-81F1-AAEB-5BA0-A8DB332C5136}"/>
          </ac:spMkLst>
        </pc:spChg>
        <pc:spChg chg="add mod">
          <ac:chgData name="ניב קופולוביץ" userId="0206eb30-381d-44cb-b094-52bcb345d922" providerId="ADAL" clId="{1547E835-BBCB-40A8-833C-CD344E18650E}" dt="2024-04-25T07:43:26.429" v="3783" actId="164"/>
          <ac:spMkLst>
            <pc:docMk/>
            <pc:sldMk cId="154692509" sldId="393"/>
            <ac:spMk id="16" creationId="{E6308D86-A41D-578D-F11D-CC0B204F3DCB}"/>
          </ac:spMkLst>
        </pc:spChg>
        <pc:spChg chg="add mod">
          <ac:chgData name="ניב קופולוביץ" userId="0206eb30-381d-44cb-b094-52bcb345d922" providerId="ADAL" clId="{1547E835-BBCB-40A8-833C-CD344E18650E}" dt="2024-04-25T07:43:26.429" v="3783" actId="164"/>
          <ac:spMkLst>
            <pc:docMk/>
            <pc:sldMk cId="154692509" sldId="393"/>
            <ac:spMk id="17" creationId="{4A572B64-8C21-ECCC-A14B-96570FBEFBCB}"/>
          </ac:spMkLst>
        </pc:spChg>
        <pc:spChg chg="add mod">
          <ac:chgData name="ניב קופולוביץ" userId="0206eb30-381d-44cb-b094-52bcb345d922" providerId="ADAL" clId="{1547E835-BBCB-40A8-833C-CD344E18650E}" dt="2024-04-25T07:43:26.429" v="3783" actId="164"/>
          <ac:spMkLst>
            <pc:docMk/>
            <pc:sldMk cId="154692509" sldId="393"/>
            <ac:spMk id="18" creationId="{6F5EE064-C422-E303-77E7-DDE92E2BC7B3}"/>
          </ac:spMkLst>
        </pc:spChg>
        <pc:spChg chg="add mod">
          <ac:chgData name="ניב קופולוביץ" userId="0206eb30-381d-44cb-b094-52bcb345d922" providerId="ADAL" clId="{1547E835-BBCB-40A8-833C-CD344E18650E}" dt="2024-04-25T07:43:26.429" v="3783" actId="164"/>
          <ac:spMkLst>
            <pc:docMk/>
            <pc:sldMk cId="154692509" sldId="393"/>
            <ac:spMk id="19" creationId="{6F678B30-5038-656B-5101-F09D7D80F773}"/>
          </ac:spMkLst>
        </pc:spChg>
        <pc:spChg chg="add mod">
          <ac:chgData name="ניב קופולוביץ" userId="0206eb30-381d-44cb-b094-52bcb345d922" providerId="ADAL" clId="{1547E835-BBCB-40A8-833C-CD344E18650E}" dt="2024-04-25T07:43:26.429" v="3783" actId="164"/>
          <ac:spMkLst>
            <pc:docMk/>
            <pc:sldMk cId="154692509" sldId="393"/>
            <ac:spMk id="20" creationId="{22571BF2-AF46-6E08-8EEA-4CBACB893597}"/>
          </ac:spMkLst>
        </pc:spChg>
        <pc:spChg chg="add mod">
          <ac:chgData name="ניב קופולוביץ" userId="0206eb30-381d-44cb-b094-52bcb345d922" providerId="ADAL" clId="{1547E835-BBCB-40A8-833C-CD344E18650E}" dt="2024-04-25T07:43:26.429" v="3783" actId="164"/>
          <ac:spMkLst>
            <pc:docMk/>
            <pc:sldMk cId="154692509" sldId="393"/>
            <ac:spMk id="21" creationId="{621AE0F4-1F63-DFA9-D4C6-68A8D846A821}"/>
          </ac:spMkLst>
        </pc:spChg>
        <pc:spChg chg="add mod">
          <ac:chgData name="ניב קופולוביץ" userId="0206eb30-381d-44cb-b094-52bcb345d922" providerId="ADAL" clId="{1547E835-BBCB-40A8-833C-CD344E18650E}" dt="2024-04-25T07:43:26.429" v="3783" actId="164"/>
          <ac:spMkLst>
            <pc:docMk/>
            <pc:sldMk cId="154692509" sldId="393"/>
            <ac:spMk id="23" creationId="{4728930B-E023-6FB8-AEE3-C359B8823692}"/>
          </ac:spMkLst>
        </pc:spChg>
        <pc:spChg chg="add mod">
          <ac:chgData name="ניב קופולוביץ" userId="0206eb30-381d-44cb-b094-52bcb345d922" providerId="ADAL" clId="{1547E835-BBCB-40A8-833C-CD344E18650E}" dt="2024-04-25T07:43:26.429" v="3783" actId="164"/>
          <ac:spMkLst>
            <pc:docMk/>
            <pc:sldMk cId="154692509" sldId="393"/>
            <ac:spMk id="24" creationId="{20432B99-3437-FCF8-F568-68D1CEDBC00C}"/>
          </ac:spMkLst>
        </pc:spChg>
        <pc:spChg chg="add mod">
          <ac:chgData name="ניב קופולוביץ" userId="0206eb30-381d-44cb-b094-52bcb345d922" providerId="ADAL" clId="{1547E835-BBCB-40A8-833C-CD344E18650E}" dt="2024-04-25T07:43:26.429" v="3783" actId="164"/>
          <ac:spMkLst>
            <pc:docMk/>
            <pc:sldMk cId="154692509" sldId="393"/>
            <ac:spMk id="25" creationId="{59503BA6-80EB-A67F-D880-3CFFFD97C8BE}"/>
          </ac:spMkLst>
        </pc:spChg>
        <pc:spChg chg="add mod">
          <ac:chgData name="ניב קופולוביץ" userId="0206eb30-381d-44cb-b094-52bcb345d922" providerId="ADAL" clId="{1547E835-BBCB-40A8-833C-CD344E18650E}" dt="2024-04-25T08:22:53.376" v="4100" actId="1036"/>
          <ac:spMkLst>
            <pc:docMk/>
            <pc:sldMk cId="154692509" sldId="393"/>
            <ac:spMk id="27" creationId="{C57DDD37-50DE-6020-E4E7-F6B64148A383}"/>
          </ac:spMkLst>
        </pc:spChg>
        <pc:spChg chg="add mod">
          <ac:chgData name="ניב קופולוביץ" userId="0206eb30-381d-44cb-b094-52bcb345d922" providerId="ADAL" clId="{1547E835-BBCB-40A8-833C-CD344E18650E}" dt="2024-04-25T08:23:00.054" v="4115" actId="1035"/>
          <ac:spMkLst>
            <pc:docMk/>
            <pc:sldMk cId="154692509" sldId="393"/>
            <ac:spMk id="28" creationId="{226B4BB7-B7E8-1C68-C2DA-AEBB9E1D6332}"/>
          </ac:spMkLst>
        </pc:spChg>
        <pc:spChg chg="add mod">
          <ac:chgData name="ניב קופולוביץ" userId="0206eb30-381d-44cb-b094-52bcb345d922" providerId="ADAL" clId="{1547E835-BBCB-40A8-833C-CD344E18650E}" dt="2024-04-25T07:51:15.848" v="3868"/>
          <ac:spMkLst>
            <pc:docMk/>
            <pc:sldMk cId="154692509" sldId="393"/>
            <ac:spMk id="29" creationId="{41365514-8E6B-4A86-612C-A1720CF9C5EF}"/>
          </ac:spMkLst>
        </pc:spChg>
        <pc:spChg chg="add mod">
          <ac:chgData name="ניב קופולוביץ" userId="0206eb30-381d-44cb-b094-52bcb345d922" providerId="ADAL" clId="{1547E835-BBCB-40A8-833C-CD344E18650E}" dt="2024-04-25T08:22:49.172" v="4091" actId="14100"/>
          <ac:spMkLst>
            <pc:docMk/>
            <pc:sldMk cId="154692509" sldId="393"/>
            <ac:spMk id="30" creationId="{9862CC4B-AFB2-3C59-EE1D-32519F8E3CC2}"/>
          </ac:spMkLst>
        </pc:spChg>
        <pc:spChg chg="add del mod">
          <ac:chgData name="ניב קופולוביץ" userId="0206eb30-381d-44cb-b094-52bcb345d922" providerId="ADAL" clId="{1547E835-BBCB-40A8-833C-CD344E18650E}" dt="2024-04-25T08:22:50.635" v="4092" actId="478"/>
          <ac:spMkLst>
            <pc:docMk/>
            <pc:sldMk cId="154692509" sldId="393"/>
            <ac:spMk id="36" creationId="{032C166A-2D44-4D60-5A4E-1ED7D95BF9A0}"/>
          </ac:spMkLst>
        </pc:spChg>
        <pc:grpChg chg="add del mod">
          <ac:chgData name="ניב קופולוביץ" userId="0206eb30-381d-44cb-b094-52bcb345d922" providerId="ADAL" clId="{1547E835-BBCB-40A8-833C-CD344E18650E}" dt="2024-04-25T07:43:30.343" v="3784" actId="21"/>
          <ac:grpSpMkLst>
            <pc:docMk/>
            <pc:sldMk cId="154692509" sldId="393"/>
            <ac:grpSpMk id="26" creationId="{5014F501-B886-E0A5-AF74-65C4733DD6BB}"/>
          </ac:grpSpMkLst>
        </pc:grpChg>
        <pc:picChg chg="add mod">
          <ac:chgData name="ניב קופולוביץ" userId="0206eb30-381d-44cb-b094-52bcb345d922" providerId="ADAL" clId="{1547E835-BBCB-40A8-833C-CD344E18650E}" dt="2024-04-25T07:43:26.429" v="3783" actId="164"/>
          <ac:picMkLst>
            <pc:docMk/>
            <pc:sldMk cId="154692509" sldId="393"/>
            <ac:picMk id="3" creationId="{5F80EAD7-D72A-EA03-F518-B422BFAF3D76}"/>
          </ac:picMkLst>
        </pc:picChg>
        <pc:picChg chg="add mod">
          <ac:chgData name="ניב קופולוביץ" userId="0206eb30-381d-44cb-b094-52bcb345d922" providerId="ADAL" clId="{1547E835-BBCB-40A8-833C-CD344E18650E}" dt="2024-04-25T07:43:26.429" v="3783" actId="164"/>
          <ac:picMkLst>
            <pc:docMk/>
            <pc:sldMk cId="154692509" sldId="393"/>
            <ac:picMk id="4" creationId="{8ED7A27B-3424-1CDD-5327-035D423E3232}"/>
          </ac:picMkLst>
        </pc:picChg>
        <pc:picChg chg="add mod">
          <ac:chgData name="ניב קופולוביץ" userId="0206eb30-381d-44cb-b094-52bcb345d922" providerId="ADAL" clId="{1547E835-BBCB-40A8-833C-CD344E18650E}" dt="2024-04-25T07:43:26.429" v="3783" actId="164"/>
          <ac:picMkLst>
            <pc:docMk/>
            <pc:sldMk cId="154692509" sldId="393"/>
            <ac:picMk id="5" creationId="{AEDAD1BC-2A5B-62AD-EE33-7564C74982C7}"/>
          </ac:picMkLst>
        </pc:picChg>
        <pc:picChg chg="add mod">
          <ac:chgData name="ניב קופולוביץ" userId="0206eb30-381d-44cb-b094-52bcb345d922" providerId="ADAL" clId="{1547E835-BBCB-40A8-833C-CD344E18650E}" dt="2024-04-25T07:43:26.429" v="3783" actId="164"/>
          <ac:picMkLst>
            <pc:docMk/>
            <pc:sldMk cId="154692509" sldId="393"/>
            <ac:picMk id="6" creationId="{696F6196-49E6-C8E8-425E-C39EC910551B}"/>
          </ac:picMkLst>
        </pc:picChg>
        <pc:picChg chg="add mod">
          <ac:chgData name="ניב קופולוביץ" userId="0206eb30-381d-44cb-b094-52bcb345d922" providerId="ADAL" clId="{1547E835-BBCB-40A8-833C-CD344E18650E}" dt="2024-04-25T07:43:26.429" v="3783" actId="164"/>
          <ac:picMkLst>
            <pc:docMk/>
            <pc:sldMk cId="154692509" sldId="393"/>
            <ac:picMk id="7" creationId="{B7DDB41E-E202-04A8-E2A9-ED9834BC3741}"/>
          </ac:picMkLst>
        </pc:picChg>
        <pc:picChg chg="add mod">
          <ac:chgData name="ניב קופולוביץ" userId="0206eb30-381d-44cb-b094-52bcb345d922" providerId="ADAL" clId="{1547E835-BBCB-40A8-833C-CD344E18650E}" dt="2024-04-25T07:43:26.429" v="3783" actId="164"/>
          <ac:picMkLst>
            <pc:docMk/>
            <pc:sldMk cId="154692509" sldId="393"/>
            <ac:picMk id="10" creationId="{3C192987-A60E-CDD6-3CE5-8B45AD5AB97B}"/>
          </ac:picMkLst>
        </pc:picChg>
        <pc:picChg chg="add mod">
          <ac:chgData name="ניב קופולוביץ" userId="0206eb30-381d-44cb-b094-52bcb345d922" providerId="ADAL" clId="{1547E835-BBCB-40A8-833C-CD344E18650E}" dt="2024-04-25T07:43:26.429" v="3783" actId="164"/>
          <ac:picMkLst>
            <pc:docMk/>
            <pc:sldMk cId="154692509" sldId="393"/>
            <ac:picMk id="22" creationId="{B61A341D-D5BD-BEE9-1B1B-175C6A774B76}"/>
          </ac:picMkLst>
        </pc:picChg>
      </pc:sldChg>
      <pc:sldChg chg="modSp add mod">
        <pc:chgData name="ניב קופולוביץ" userId="0206eb30-381d-44cb-b094-52bcb345d922" providerId="ADAL" clId="{1547E835-BBCB-40A8-833C-CD344E18650E}" dt="2024-04-25T14:31:02.760" v="7615" actId="20577"/>
        <pc:sldMkLst>
          <pc:docMk/>
          <pc:sldMk cId="2786145179" sldId="394"/>
        </pc:sldMkLst>
        <pc:spChg chg="mod">
          <ac:chgData name="ניב קופולוביץ" userId="0206eb30-381d-44cb-b094-52bcb345d922" providerId="ADAL" clId="{1547E835-BBCB-40A8-833C-CD344E18650E}" dt="2024-04-25T14:31:02.760" v="7615" actId="20577"/>
          <ac:spMkLst>
            <pc:docMk/>
            <pc:sldMk cId="2786145179" sldId="394"/>
            <ac:spMk id="9" creationId="{3D198235-B3EC-4400-6030-699492EF7A5D}"/>
          </ac:spMkLst>
        </pc:spChg>
        <pc:spChg chg="mod">
          <ac:chgData name="ניב קופולוביץ" userId="0206eb30-381d-44cb-b094-52bcb345d922" providerId="ADAL" clId="{1547E835-BBCB-40A8-833C-CD344E18650E}" dt="2024-04-25T09:16:45.226" v="4228" actId="14100"/>
          <ac:spMkLst>
            <pc:docMk/>
            <pc:sldMk cId="2786145179" sldId="394"/>
            <ac:spMk id="27" creationId="{C57DDD37-50DE-6020-E4E7-F6B64148A383}"/>
          </ac:spMkLst>
        </pc:spChg>
        <pc:spChg chg="mod">
          <ac:chgData name="ניב קופולוביץ" userId="0206eb30-381d-44cb-b094-52bcb345d922" providerId="ADAL" clId="{1547E835-BBCB-40A8-833C-CD344E18650E}" dt="2024-04-25T09:17:11.417" v="4235" actId="20577"/>
          <ac:spMkLst>
            <pc:docMk/>
            <pc:sldMk cId="2786145179" sldId="394"/>
            <ac:spMk id="28" creationId="{226B4BB7-B7E8-1C68-C2DA-AEBB9E1D6332}"/>
          </ac:spMkLst>
        </pc:spChg>
        <pc:spChg chg="mod">
          <ac:chgData name="ניב קופולוביץ" userId="0206eb30-381d-44cb-b094-52bcb345d922" providerId="ADAL" clId="{1547E835-BBCB-40A8-833C-CD344E18650E}" dt="2024-04-25T09:17:06.618" v="4233" actId="14100"/>
          <ac:spMkLst>
            <pc:docMk/>
            <pc:sldMk cId="2786145179" sldId="394"/>
            <ac:spMk id="30" creationId="{9862CC4B-AFB2-3C59-EE1D-32519F8E3CC2}"/>
          </ac:spMkLst>
        </pc:spChg>
      </pc:sldChg>
      <pc:sldChg chg="addSp delSp modSp add mod">
        <pc:chgData name="ניב קופולוביץ" userId="0206eb30-381d-44cb-b094-52bcb345d922" providerId="ADAL" clId="{1547E835-BBCB-40A8-833C-CD344E18650E}" dt="2024-04-26T13:38:44.879" v="10020" actId="14100"/>
        <pc:sldMkLst>
          <pc:docMk/>
          <pc:sldMk cId="184106934" sldId="395"/>
        </pc:sldMkLst>
        <pc:spChg chg="mod">
          <ac:chgData name="ניב קופולוביץ" userId="0206eb30-381d-44cb-b094-52bcb345d922" providerId="ADAL" clId="{1547E835-BBCB-40A8-833C-CD344E18650E}" dt="2024-04-26T13:38:44.879" v="10020" actId="14100"/>
          <ac:spMkLst>
            <pc:docMk/>
            <pc:sldMk cId="184106934" sldId="395"/>
            <ac:spMk id="2" creationId="{BF4F2C32-E81B-C407-683A-A15EC9497B27}"/>
          </ac:spMkLst>
        </pc:spChg>
        <pc:spChg chg="mod">
          <ac:chgData name="ניב קופולוביץ" userId="0206eb30-381d-44cb-b094-52bcb345d922" providerId="ADAL" clId="{1547E835-BBCB-40A8-833C-CD344E18650E}" dt="2024-04-25T14:31:05.903" v="7617" actId="20577"/>
          <ac:spMkLst>
            <pc:docMk/>
            <pc:sldMk cId="184106934" sldId="395"/>
            <ac:spMk id="9" creationId="{3D198235-B3EC-4400-6030-699492EF7A5D}"/>
          </ac:spMkLst>
        </pc:spChg>
        <pc:spChg chg="mod">
          <ac:chgData name="ניב קופולוביץ" userId="0206eb30-381d-44cb-b094-52bcb345d922" providerId="ADAL" clId="{1547E835-BBCB-40A8-833C-CD344E18650E}" dt="2024-04-26T13:38:42.519" v="10019" actId="1076"/>
          <ac:spMkLst>
            <pc:docMk/>
            <pc:sldMk cId="184106934" sldId="395"/>
            <ac:spMk id="36" creationId="{032C166A-2D44-4D60-5A4E-1ED7D95BF9A0}"/>
          </ac:spMkLst>
        </pc:spChg>
        <pc:picChg chg="add del">
          <ac:chgData name="ניב קופולוביץ" userId="0206eb30-381d-44cb-b094-52bcb345d922" providerId="ADAL" clId="{1547E835-BBCB-40A8-833C-CD344E18650E}" dt="2024-04-26T13:37:02.111" v="10007" actId="22"/>
          <ac:picMkLst>
            <pc:docMk/>
            <pc:sldMk cId="184106934" sldId="395"/>
            <ac:picMk id="4" creationId="{9930FCC8-A1C8-721A-18AE-5DE40C4C13F6}"/>
          </ac:picMkLst>
        </pc:picChg>
        <pc:picChg chg="del">
          <ac:chgData name="ניב קופולוביץ" userId="0206eb30-381d-44cb-b094-52bcb345d922" providerId="ADAL" clId="{1547E835-BBCB-40A8-833C-CD344E18650E}" dt="2024-04-25T09:24:08.437" v="4317" actId="478"/>
          <ac:picMkLst>
            <pc:docMk/>
            <pc:sldMk cId="184106934" sldId="395"/>
            <ac:picMk id="4" creationId="{A1DC2024-B54F-3152-A426-FA49940B360C}"/>
          </ac:picMkLst>
        </pc:picChg>
        <pc:picChg chg="add del mod">
          <ac:chgData name="ניב קופולוביץ" userId="0206eb30-381d-44cb-b094-52bcb345d922" providerId="ADAL" clId="{1547E835-BBCB-40A8-833C-CD344E18650E}" dt="2024-04-25T09:24:52.968" v="4324" actId="478"/>
          <ac:picMkLst>
            <pc:docMk/>
            <pc:sldMk cId="184106934" sldId="395"/>
            <ac:picMk id="5" creationId="{A002305F-F705-D207-F6F8-5ADA2E762B66}"/>
          </ac:picMkLst>
        </pc:picChg>
        <pc:picChg chg="add del mod">
          <ac:chgData name="ניב קופולוביץ" userId="0206eb30-381d-44cb-b094-52bcb345d922" providerId="ADAL" clId="{1547E835-BBCB-40A8-833C-CD344E18650E}" dt="2024-04-26T13:37:51.427" v="10011" actId="478"/>
          <ac:picMkLst>
            <pc:docMk/>
            <pc:sldMk cId="184106934" sldId="395"/>
            <ac:picMk id="6" creationId="{5E2D7E14-0338-6C84-A814-5794ED89FCC1}"/>
          </ac:picMkLst>
        </pc:picChg>
        <pc:picChg chg="add del mod modCrop">
          <ac:chgData name="ניב קופולוביץ" userId="0206eb30-381d-44cb-b094-52bcb345d922" providerId="ADAL" clId="{1547E835-BBCB-40A8-833C-CD344E18650E}" dt="2024-04-26T13:36:04.790" v="10005" actId="478"/>
          <ac:picMkLst>
            <pc:docMk/>
            <pc:sldMk cId="184106934" sldId="395"/>
            <ac:picMk id="7" creationId="{4416FCB0-5C3F-3840-95E6-DC22DFBD7EB2}"/>
          </ac:picMkLst>
        </pc:picChg>
        <pc:picChg chg="add mod">
          <ac:chgData name="ניב קופולוביץ" userId="0206eb30-381d-44cb-b094-52bcb345d922" providerId="ADAL" clId="{1547E835-BBCB-40A8-833C-CD344E18650E}" dt="2024-04-26T13:38:35.958" v="10018" actId="1076"/>
          <ac:picMkLst>
            <pc:docMk/>
            <pc:sldMk cId="184106934" sldId="395"/>
            <ac:picMk id="10" creationId="{FB109EEB-647D-C806-F18E-9179CC126C5C}"/>
          </ac:picMkLst>
        </pc:picChg>
      </pc:sldChg>
      <pc:sldChg chg="addSp delSp modSp add del mod">
        <pc:chgData name="ניב קופולוביץ" userId="0206eb30-381d-44cb-b094-52bcb345d922" providerId="ADAL" clId="{1547E835-BBCB-40A8-833C-CD344E18650E}" dt="2024-04-25T13:23:07.400" v="6509" actId="2696"/>
        <pc:sldMkLst>
          <pc:docMk/>
          <pc:sldMk cId="981820408" sldId="396"/>
        </pc:sldMkLst>
        <pc:spChg chg="del mod">
          <ac:chgData name="ניב קופולוביץ" userId="0206eb30-381d-44cb-b094-52bcb345d922" providerId="ADAL" clId="{1547E835-BBCB-40A8-833C-CD344E18650E}" dt="2024-04-25T13:21:22.445" v="6470" actId="478"/>
          <ac:spMkLst>
            <pc:docMk/>
            <pc:sldMk cId="981820408" sldId="396"/>
            <ac:spMk id="2" creationId="{BF4F2C32-E81B-C407-683A-A15EC9497B27}"/>
          </ac:spMkLst>
        </pc:spChg>
        <pc:spChg chg="add del mod">
          <ac:chgData name="ניב קופולוביץ" userId="0206eb30-381d-44cb-b094-52bcb345d922" providerId="ADAL" clId="{1547E835-BBCB-40A8-833C-CD344E18650E}" dt="2024-04-25T09:51:05.716" v="4598" actId="478"/>
          <ac:spMkLst>
            <pc:docMk/>
            <pc:sldMk cId="981820408" sldId="396"/>
            <ac:spMk id="3" creationId="{C2833188-3871-B11F-79B5-2A43A9168C96}"/>
          </ac:spMkLst>
        </pc:spChg>
        <pc:spChg chg="add del mod">
          <ac:chgData name="ניב קופולוביץ" userId="0206eb30-381d-44cb-b094-52bcb345d922" providerId="ADAL" clId="{1547E835-BBCB-40A8-833C-CD344E18650E}" dt="2024-04-25T09:51:05.716" v="4598" actId="478"/>
          <ac:spMkLst>
            <pc:docMk/>
            <pc:sldMk cId="981820408" sldId="396"/>
            <ac:spMk id="6" creationId="{288F9C19-D319-1A5A-4306-E04CD8A2EE1B}"/>
          </ac:spMkLst>
        </pc:spChg>
        <pc:spChg chg="add del mod">
          <ac:chgData name="ניב קופולוביץ" userId="0206eb30-381d-44cb-b094-52bcb345d922" providerId="ADAL" clId="{1547E835-BBCB-40A8-833C-CD344E18650E}" dt="2024-04-25T09:53:37.360" v="4658" actId="478"/>
          <ac:spMkLst>
            <pc:docMk/>
            <pc:sldMk cId="981820408" sldId="396"/>
            <ac:spMk id="8" creationId="{A2F48E83-8164-F9B8-4DC7-E7871487DE8B}"/>
          </ac:spMkLst>
        </pc:spChg>
        <pc:spChg chg="mod">
          <ac:chgData name="ניב קופולוביץ" userId="0206eb30-381d-44cb-b094-52bcb345d922" providerId="ADAL" clId="{1547E835-BBCB-40A8-833C-CD344E18650E}" dt="2024-04-25T09:53:26.181" v="4653" actId="20577"/>
          <ac:spMkLst>
            <pc:docMk/>
            <pc:sldMk cId="981820408" sldId="396"/>
            <ac:spMk id="9" creationId="{3D198235-B3EC-4400-6030-699492EF7A5D}"/>
          </ac:spMkLst>
        </pc:spChg>
        <pc:spChg chg="del mod">
          <ac:chgData name="ניב קופולוביץ" userId="0206eb30-381d-44cb-b094-52bcb345d922" providerId="ADAL" clId="{1547E835-BBCB-40A8-833C-CD344E18650E}" dt="2024-04-25T09:53:35.881" v="4656" actId="478"/>
          <ac:spMkLst>
            <pc:docMk/>
            <pc:sldMk cId="981820408" sldId="396"/>
            <ac:spMk id="36" creationId="{032C166A-2D44-4D60-5A4E-1ED7D95BF9A0}"/>
          </ac:spMkLst>
        </pc:spChg>
        <pc:picChg chg="add del mod">
          <ac:chgData name="ניב קופולוביץ" userId="0206eb30-381d-44cb-b094-52bcb345d922" providerId="ADAL" clId="{1547E835-BBCB-40A8-833C-CD344E18650E}" dt="2024-04-25T09:53:34.228" v="4655" actId="478"/>
          <ac:picMkLst>
            <pc:docMk/>
            <pc:sldMk cId="981820408" sldId="396"/>
            <ac:picMk id="4" creationId="{6E8A4CD6-4BAF-E874-E8AF-725BFF6A3DB2}"/>
          </ac:picMkLst>
        </pc:picChg>
        <pc:picChg chg="add del mod">
          <ac:chgData name="ניב קופולוביץ" userId="0206eb30-381d-44cb-b094-52bcb345d922" providerId="ADAL" clId="{1547E835-BBCB-40A8-833C-CD344E18650E}" dt="2024-04-25T09:53:36.393" v="4657" actId="478"/>
          <ac:picMkLst>
            <pc:docMk/>
            <pc:sldMk cId="981820408" sldId="396"/>
            <ac:picMk id="5" creationId="{71787677-53BB-3FDA-C042-8F474FDEF674}"/>
          </ac:picMkLst>
        </pc:picChg>
        <pc:picChg chg="del">
          <ac:chgData name="ניב קופולוביץ" userId="0206eb30-381d-44cb-b094-52bcb345d922" providerId="ADAL" clId="{1547E835-BBCB-40A8-833C-CD344E18650E}" dt="2024-04-25T09:41:57.597" v="4407" actId="478"/>
          <ac:picMkLst>
            <pc:docMk/>
            <pc:sldMk cId="981820408" sldId="396"/>
            <ac:picMk id="7" creationId="{4416FCB0-5C3F-3840-95E6-DC22DFBD7EB2}"/>
          </ac:picMkLst>
        </pc:picChg>
      </pc:sldChg>
      <pc:sldChg chg="delSp add del mod">
        <pc:chgData name="ניב קופולוביץ" userId="0206eb30-381d-44cb-b094-52bcb345d922" providerId="ADAL" clId="{1547E835-BBCB-40A8-833C-CD344E18650E}" dt="2024-04-25T09:51:52.756" v="4613" actId="2696"/>
        <pc:sldMkLst>
          <pc:docMk/>
          <pc:sldMk cId="4000432262" sldId="397"/>
        </pc:sldMkLst>
        <pc:picChg chg="del">
          <ac:chgData name="ניב קופולוביץ" userId="0206eb30-381d-44cb-b094-52bcb345d922" providerId="ADAL" clId="{1547E835-BBCB-40A8-833C-CD344E18650E}" dt="2024-04-25T09:41:59.233" v="4408" actId="478"/>
          <ac:picMkLst>
            <pc:docMk/>
            <pc:sldMk cId="4000432262" sldId="397"/>
            <ac:picMk id="7" creationId="{4416FCB0-5C3F-3840-95E6-DC22DFBD7EB2}"/>
          </ac:picMkLst>
        </pc:picChg>
      </pc:sldChg>
      <pc:sldChg chg="addSp delSp modSp add mod">
        <pc:chgData name="ניב קופולוביץ" userId="0206eb30-381d-44cb-b094-52bcb345d922" providerId="ADAL" clId="{1547E835-BBCB-40A8-833C-CD344E18650E}" dt="2024-04-26T13:39:47.205" v="10025" actId="1076"/>
        <pc:sldMkLst>
          <pc:docMk/>
          <pc:sldMk cId="4239463346" sldId="397"/>
        </pc:sldMkLst>
        <pc:spChg chg="mod">
          <ac:chgData name="ניב קופולוביץ" userId="0206eb30-381d-44cb-b094-52bcb345d922" providerId="ADAL" clId="{1547E835-BBCB-40A8-833C-CD344E18650E}" dt="2024-04-25T14:18:28.074" v="7336" actId="14100"/>
          <ac:spMkLst>
            <pc:docMk/>
            <pc:sldMk cId="4239463346" sldId="397"/>
            <ac:spMk id="2" creationId="{BF4F2C32-E81B-C407-683A-A15EC9497B27}"/>
          </ac:spMkLst>
        </pc:spChg>
        <pc:spChg chg="add del mod">
          <ac:chgData name="ניב קופולוביץ" userId="0206eb30-381d-44cb-b094-52bcb345d922" providerId="ADAL" clId="{1547E835-BBCB-40A8-833C-CD344E18650E}" dt="2024-04-25T13:23:38.062" v="6510" actId="478"/>
          <ac:spMkLst>
            <pc:docMk/>
            <pc:sldMk cId="4239463346" sldId="397"/>
            <ac:spMk id="4" creationId="{704E7A5F-C8C3-DA86-E3FD-CA47D57CE84F}"/>
          </ac:spMkLst>
        </pc:spChg>
        <pc:spChg chg="add del mod">
          <ac:chgData name="ניב קופולוביץ" userId="0206eb30-381d-44cb-b094-52bcb345d922" providerId="ADAL" clId="{1547E835-BBCB-40A8-833C-CD344E18650E}" dt="2024-04-25T12:07:01.447" v="5924" actId="478"/>
          <ac:spMkLst>
            <pc:docMk/>
            <pc:sldMk cId="4239463346" sldId="397"/>
            <ac:spMk id="5" creationId="{4FE164BA-2240-1DE2-AC52-18B2D5A93242}"/>
          </ac:spMkLst>
        </pc:spChg>
        <pc:spChg chg="add mod">
          <ac:chgData name="ניב קופולוביץ" userId="0206eb30-381d-44cb-b094-52bcb345d922" providerId="ADAL" clId="{1547E835-BBCB-40A8-833C-CD344E18650E}" dt="2024-04-25T13:18:05.116" v="6468" actId="1036"/>
          <ac:spMkLst>
            <pc:docMk/>
            <pc:sldMk cId="4239463346" sldId="397"/>
            <ac:spMk id="8" creationId="{4BAB4B5C-C4D5-08CC-9D79-EF4BDE7115AF}"/>
          </ac:spMkLst>
        </pc:spChg>
        <pc:spChg chg="mod">
          <ac:chgData name="ניב קופולוביץ" userId="0206eb30-381d-44cb-b094-52bcb345d922" providerId="ADAL" clId="{1547E835-BBCB-40A8-833C-CD344E18650E}" dt="2024-04-25T14:31:10.674" v="7618" actId="20577"/>
          <ac:spMkLst>
            <pc:docMk/>
            <pc:sldMk cId="4239463346" sldId="397"/>
            <ac:spMk id="9" creationId="{3D198235-B3EC-4400-6030-699492EF7A5D}"/>
          </ac:spMkLst>
        </pc:spChg>
        <pc:spChg chg="add mod">
          <ac:chgData name="ניב קופולוביץ" userId="0206eb30-381d-44cb-b094-52bcb345d922" providerId="ADAL" clId="{1547E835-BBCB-40A8-833C-CD344E18650E}" dt="2024-04-25T13:22:25.803" v="6496" actId="1038"/>
          <ac:spMkLst>
            <pc:docMk/>
            <pc:sldMk cId="4239463346" sldId="397"/>
            <ac:spMk id="11" creationId="{7B985965-2A13-FC8C-25E8-3B3C7437C7E9}"/>
          </ac:spMkLst>
        </pc:spChg>
        <pc:spChg chg="add mod">
          <ac:chgData name="ניב קופולוביץ" userId="0206eb30-381d-44cb-b094-52bcb345d922" providerId="ADAL" clId="{1547E835-BBCB-40A8-833C-CD344E18650E}" dt="2024-04-26T13:39:47.205" v="10025" actId="1076"/>
          <ac:spMkLst>
            <pc:docMk/>
            <pc:sldMk cId="4239463346" sldId="397"/>
            <ac:spMk id="12" creationId="{168E4772-C712-7A45-AE4F-6A9CB17F75B1}"/>
          </ac:spMkLst>
        </pc:spChg>
        <pc:spChg chg="add del mod">
          <ac:chgData name="ניב קופולוביץ" userId="0206eb30-381d-44cb-b094-52bcb345d922" providerId="ADAL" clId="{1547E835-BBCB-40A8-833C-CD344E18650E}" dt="2024-04-25T12:10:34.805" v="6037" actId="478"/>
          <ac:spMkLst>
            <pc:docMk/>
            <pc:sldMk cId="4239463346" sldId="397"/>
            <ac:spMk id="36" creationId="{032C166A-2D44-4D60-5A4E-1ED7D95BF9A0}"/>
          </ac:spMkLst>
        </pc:spChg>
        <pc:picChg chg="add del mod">
          <ac:chgData name="ניב קופולוביץ" userId="0206eb30-381d-44cb-b094-52bcb345d922" providerId="ADAL" clId="{1547E835-BBCB-40A8-833C-CD344E18650E}" dt="2024-04-25T12:40:25.454" v="6151" actId="478"/>
          <ac:picMkLst>
            <pc:docMk/>
            <pc:sldMk cId="4239463346" sldId="397"/>
            <ac:picMk id="3" creationId="{D2C71B33-1455-9830-C917-9B3B766FB6CC}"/>
          </ac:picMkLst>
        </pc:picChg>
        <pc:picChg chg="add mod">
          <ac:chgData name="ניב קופולוביץ" userId="0206eb30-381d-44cb-b094-52bcb345d922" providerId="ADAL" clId="{1547E835-BBCB-40A8-833C-CD344E18650E}" dt="2024-04-26T13:39:42.734" v="10024" actId="1076"/>
          <ac:picMkLst>
            <pc:docMk/>
            <pc:sldMk cId="4239463346" sldId="397"/>
            <ac:picMk id="4" creationId="{8D901574-1A32-EC28-23AA-9827CC052A27}"/>
          </ac:picMkLst>
        </pc:picChg>
        <pc:picChg chg="add del mod">
          <ac:chgData name="ניב קופולוביץ" userId="0206eb30-381d-44cb-b094-52bcb345d922" providerId="ADAL" clId="{1547E835-BBCB-40A8-833C-CD344E18650E}" dt="2024-04-25T12:50:22.076" v="6181" actId="478"/>
          <ac:picMkLst>
            <pc:docMk/>
            <pc:sldMk cId="4239463346" sldId="397"/>
            <ac:picMk id="6" creationId="{25CE8501-BCB4-A0FE-306F-DA642165C0F2}"/>
          </ac:picMkLst>
        </pc:picChg>
        <pc:picChg chg="del">
          <ac:chgData name="ניב קופולוביץ" userId="0206eb30-381d-44cb-b094-52bcb345d922" providerId="ADAL" clId="{1547E835-BBCB-40A8-833C-CD344E18650E}" dt="2024-04-25T09:53:15.013" v="4645" actId="478"/>
          <ac:picMkLst>
            <pc:docMk/>
            <pc:sldMk cId="4239463346" sldId="397"/>
            <ac:picMk id="7" creationId="{4416FCB0-5C3F-3840-95E6-DC22DFBD7EB2}"/>
          </ac:picMkLst>
        </pc:picChg>
        <pc:picChg chg="add del mod">
          <ac:chgData name="ניב קופולוביץ" userId="0206eb30-381d-44cb-b094-52bcb345d922" providerId="ADAL" clId="{1547E835-BBCB-40A8-833C-CD344E18650E}" dt="2024-04-25T12:19:42.119" v="6149" actId="478"/>
          <ac:picMkLst>
            <pc:docMk/>
            <pc:sldMk cId="4239463346" sldId="397"/>
            <ac:picMk id="10" creationId="{EF440B8C-5CB4-C498-AE01-0681BEEE14AE}"/>
          </ac:picMkLst>
        </pc:picChg>
        <pc:picChg chg="add del mod">
          <ac:chgData name="ניב קופולוביץ" userId="0206eb30-381d-44cb-b094-52bcb345d922" providerId="ADAL" clId="{1547E835-BBCB-40A8-833C-CD344E18650E}" dt="2024-04-25T12:08:09.831" v="5973" actId="478"/>
          <ac:picMkLst>
            <pc:docMk/>
            <pc:sldMk cId="4239463346" sldId="397"/>
            <ac:picMk id="13" creationId="{56DADF03-C3BB-8335-C54A-0848DB51AEDD}"/>
          </ac:picMkLst>
        </pc:picChg>
        <pc:picChg chg="add del mod">
          <ac:chgData name="ניב קופולוביץ" userId="0206eb30-381d-44cb-b094-52bcb345d922" providerId="ADAL" clId="{1547E835-BBCB-40A8-833C-CD344E18650E}" dt="2024-04-25T12:40:26.285" v="6152" actId="478"/>
          <ac:picMkLst>
            <pc:docMk/>
            <pc:sldMk cId="4239463346" sldId="397"/>
            <ac:picMk id="15" creationId="{4697A9A2-CC11-416A-E056-EAE0374CF026}"/>
          </ac:picMkLst>
        </pc:picChg>
        <pc:picChg chg="add del mod ord">
          <ac:chgData name="ניב קופולוביץ" userId="0206eb30-381d-44cb-b094-52bcb345d922" providerId="ADAL" clId="{1547E835-BBCB-40A8-833C-CD344E18650E}" dt="2024-04-25T13:22:56.038" v="6507" actId="478"/>
          <ac:picMkLst>
            <pc:docMk/>
            <pc:sldMk cId="4239463346" sldId="397"/>
            <ac:picMk id="17" creationId="{0541A651-F82C-8E0B-F6CE-1558A92D9D3B}"/>
          </ac:picMkLst>
        </pc:picChg>
        <pc:picChg chg="add del mod">
          <ac:chgData name="ניב קופולוביץ" userId="0206eb30-381d-44cb-b094-52bcb345d922" providerId="ADAL" clId="{1547E835-BBCB-40A8-833C-CD344E18650E}" dt="2024-04-25T12:42:33.350" v="6179" actId="478"/>
          <ac:picMkLst>
            <pc:docMk/>
            <pc:sldMk cId="4239463346" sldId="397"/>
            <ac:picMk id="18" creationId="{BA51CB02-3F5D-E25F-2CD2-C7CBFE49A561}"/>
          </ac:picMkLst>
        </pc:picChg>
        <pc:picChg chg="add del mod">
          <ac:chgData name="ניב קופולוביץ" userId="0206eb30-381d-44cb-b094-52bcb345d922" providerId="ADAL" clId="{1547E835-BBCB-40A8-833C-CD344E18650E}" dt="2024-04-25T12:41:30.766" v="6172" actId="478"/>
          <ac:picMkLst>
            <pc:docMk/>
            <pc:sldMk cId="4239463346" sldId="397"/>
            <ac:picMk id="19" creationId="{A56A90A6-861D-8CDD-6C74-1D4EFE6E1F7D}"/>
          </ac:picMkLst>
        </pc:picChg>
        <pc:picChg chg="add del mod">
          <ac:chgData name="ניב קופולוביץ" userId="0206eb30-381d-44cb-b094-52bcb345d922" providerId="ADAL" clId="{1547E835-BBCB-40A8-833C-CD344E18650E}" dt="2024-04-25T13:21:55.182" v="6475" actId="478"/>
          <ac:picMkLst>
            <pc:docMk/>
            <pc:sldMk cId="4239463346" sldId="397"/>
            <ac:picMk id="21" creationId="{C955EA6F-EC1C-9B55-E8A3-D0169AA84010}"/>
          </ac:picMkLst>
        </pc:picChg>
        <pc:picChg chg="add del mod">
          <ac:chgData name="ניב קופולוביץ" userId="0206eb30-381d-44cb-b094-52bcb345d922" providerId="ADAL" clId="{1547E835-BBCB-40A8-833C-CD344E18650E}" dt="2024-04-25T13:17:44.552" v="6448" actId="478"/>
          <ac:picMkLst>
            <pc:docMk/>
            <pc:sldMk cId="4239463346" sldId="397"/>
            <ac:picMk id="23" creationId="{CFFFC0F3-6EE4-1316-253C-5810DAB1C5DE}"/>
          </ac:picMkLst>
        </pc:picChg>
        <pc:picChg chg="add del mod">
          <ac:chgData name="ניב קופולוביץ" userId="0206eb30-381d-44cb-b094-52bcb345d922" providerId="ADAL" clId="{1547E835-BBCB-40A8-833C-CD344E18650E}" dt="2024-04-26T13:39:36.029" v="10021" actId="478"/>
          <ac:picMkLst>
            <pc:docMk/>
            <pc:sldMk cId="4239463346" sldId="397"/>
            <ac:picMk id="25" creationId="{ED5A88A3-7FBF-A109-AEBA-7EF27237F5E1}"/>
          </ac:picMkLst>
        </pc:picChg>
        <pc:picChg chg="add del mod">
          <ac:chgData name="ניב קופולוביץ" userId="0206eb30-381d-44cb-b094-52bcb345d922" providerId="ADAL" clId="{1547E835-BBCB-40A8-833C-CD344E18650E}" dt="2024-04-25T13:22:13.595" v="6481" actId="478"/>
          <ac:picMkLst>
            <pc:docMk/>
            <pc:sldMk cId="4239463346" sldId="397"/>
            <ac:picMk id="27" creationId="{40E1569A-8AB4-8A26-2F87-47A1914DC1E9}"/>
          </ac:picMkLst>
        </pc:picChg>
        <pc:picChg chg="add mod">
          <ac:chgData name="ניב קופולוביץ" userId="0206eb30-381d-44cb-b094-52bcb345d922" providerId="ADAL" clId="{1547E835-BBCB-40A8-833C-CD344E18650E}" dt="2024-04-25T13:22:25.803" v="6496" actId="1038"/>
          <ac:picMkLst>
            <pc:docMk/>
            <pc:sldMk cId="4239463346" sldId="397"/>
            <ac:picMk id="29" creationId="{1CAFCB59-3DA0-2C11-0F23-B63216CECC56}"/>
          </ac:picMkLst>
        </pc:picChg>
        <pc:picChg chg="add mod">
          <ac:chgData name="ניב קופולוביץ" userId="0206eb30-381d-44cb-b094-52bcb345d922" providerId="ADAL" clId="{1547E835-BBCB-40A8-833C-CD344E18650E}" dt="2024-04-25T13:22:59.650" v="6508" actId="1076"/>
          <ac:picMkLst>
            <pc:docMk/>
            <pc:sldMk cId="4239463346" sldId="397"/>
            <ac:picMk id="31" creationId="{E63F9785-965F-3F60-A0DD-07FAC2A1D7C8}"/>
          </ac:picMkLst>
        </pc:picChg>
      </pc:sldChg>
      <pc:sldChg chg="modSp add mod">
        <pc:chgData name="ניב קופולוביץ" userId="0206eb30-381d-44cb-b094-52bcb345d922" providerId="ADAL" clId="{1547E835-BBCB-40A8-833C-CD344E18650E}" dt="2024-04-25T14:31:15.781" v="7620" actId="20577"/>
        <pc:sldMkLst>
          <pc:docMk/>
          <pc:sldMk cId="1751790925" sldId="398"/>
        </pc:sldMkLst>
        <pc:spChg chg="mod">
          <ac:chgData name="ניב קופולוביץ" userId="0206eb30-381d-44cb-b094-52bcb345d922" providerId="ADAL" clId="{1547E835-BBCB-40A8-833C-CD344E18650E}" dt="2024-04-25T12:53:39.615" v="6260" actId="20577"/>
          <ac:spMkLst>
            <pc:docMk/>
            <pc:sldMk cId="1751790925" sldId="398"/>
            <ac:spMk id="2" creationId="{BF4F2C32-E81B-C407-683A-A15EC9497B27}"/>
          </ac:spMkLst>
        </pc:spChg>
        <pc:spChg chg="mod">
          <ac:chgData name="ניב קופולוביץ" userId="0206eb30-381d-44cb-b094-52bcb345d922" providerId="ADAL" clId="{1547E835-BBCB-40A8-833C-CD344E18650E}" dt="2024-04-25T12:53:34.420" v="6254" actId="20577"/>
          <ac:spMkLst>
            <pc:docMk/>
            <pc:sldMk cId="1751790925" sldId="398"/>
            <ac:spMk id="8" creationId="{A2F48E83-8164-F9B8-4DC7-E7871487DE8B}"/>
          </ac:spMkLst>
        </pc:spChg>
        <pc:spChg chg="mod">
          <ac:chgData name="ניב קופולוביץ" userId="0206eb30-381d-44cb-b094-52bcb345d922" providerId="ADAL" clId="{1547E835-BBCB-40A8-833C-CD344E18650E}" dt="2024-04-25T14:31:15.781" v="7620" actId="20577"/>
          <ac:spMkLst>
            <pc:docMk/>
            <pc:sldMk cId="1751790925" sldId="398"/>
            <ac:spMk id="9" creationId="{3D198235-B3EC-4400-6030-699492EF7A5D}"/>
          </ac:spMkLst>
        </pc:spChg>
        <pc:spChg chg="mod">
          <ac:chgData name="ניב קופולוביץ" userId="0206eb30-381d-44cb-b094-52bcb345d922" providerId="ADAL" clId="{1547E835-BBCB-40A8-833C-CD344E18650E}" dt="2024-04-25T12:53:32.507" v="6252" actId="20577"/>
          <ac:spMkLst>
            <pc:docMk/>
            <pc:sldMk cId="1751790925" sldId="398"/>
            <ac:spMk id="36" creationId="{032C166A-2D44-4D60-5A4E-1ED7D95BF9A0}"/>
          </ac:spMkLst>
        </pc:spChg>
        <pc:picChg chg="mod">
          <ac:chgData name="ניב קופולוביץ" userId="0206eb30-381d-44cb-b094-52bcb345d922" providerId="ADAL" clId="{1547E835-BBCB-40A8-833C-CD344E18650E}" dt="2024-04-25T11:47:53.028" v="5648" actId="108"/>
          <ac:picMkLst>
            <pc:docMk/>
            <pc:sldMk cId="1751790925" sldId="398"/>
            <ac:picMk id="4" creationId="{6E8A4CD6-4BAF-E874-E8AF-725BFF6A3DB2}"/>
          </ac:picMkLst>
        </pc:picChg>
        <pc:picChg chg="mod">
          <ac:chgData name="ניב קופולוביץ" userId="0206eb30-381d-44cb-b094-52bcb345d922" providerId="ADAL" clId="{1547E835-BBCB-40A8-833C-CD344E18650E}" dt="2024-04-25T11:47:51.582" v="5647" actId="108"/>
          <ac:picMkLst>
            <pc:docMk/>
            <pc:sldMk cId="1751790925" sldId="398"/>
            <ac:picMk id="5" creationId="{71787677-53BB-3FDA-C042-8F474FDEF674}"/>
          </ac:picMkLst>
        </pc:picChg>
      </pc:sldChg>
      <pc:sldChg chg="addSp delSp modSp add mod">
        <pc:chgData name="ניב קופולוביץ" userId="0206eb30-381d-44cb-b094-52bcb345d922" providerId="ADAL" clId="{1547E835-BBCB-40A8-833C-CD344E18650E}" dt="2024-04-25T14:31:17.416" v="7621" actId="20577"/>
        <pc:sldMkLst>
          <pc:docMk/>
          <pc:sldMk cId="2466581208" sldId="399"/>
        </pc:sldMkLst>
        <pc:spChg chg="mod">
          <ac:chgData name="ניב קופולוביץ" userId="0206eb30-381d-44cb-b094-52bcb345d922" providerId="ADAL" clId="{1547E835-BBCB-40A8-833C-CD344E18650E}" dt="2024-04-25T12:55:54.940" v="6311" actId="20577"/>
          <ac:spMkLst>
            <pc:docMk/>
            <pc:sldMk cId="2466581208" sldId="399"/>
            <ac:spMk id="2" creationId="{BF4F2C32-E81B-C407-683A-A15EC9497B27}"/>
          </ac:spMkLst>
        </pc:spChg>
        <pc:spChg chg="mod">
          <ac:chgData name="ניב קופולוביץ" userId="0206eb30-381d-44cb-b094-52bcb345d922" providerId="ADAL" clId="{1547E835-BBCB-40A8-833C-CD344E18650E}" dt="2024-04-25T12:53:43.643" v="6264" actId="20577"/>
          <ac:spMkLst>
            <pc:docMk/>
            <pc:sldMk cId="2466581208" sldId="399"/>
            <ac:spMk id="8" creationId="{A2F48E83-8164-F9B8-4DC7-E7871487DE8B}"/>
          </ac:spMkLst>
        </pc:spChg>
        <pc:spChg chg="mod">
          <ac:chgData name="ניב קופולוביץ" userId="0206eb30-381d-44cb-b094-52bcb345d922" providerId="ADAL" clId="{1547E835-BBCB-40A8-833C-CD344E18650E}" dt="2024-04-25T14:31:17.416" v="7621" actId="20577"/>
          <ac:spMkLst>
            <pc:docMk/>
            <pc:sldMk cId="2466581208" sldId="399"/>
            <ac:spMk id="9" creationId="{3D198235-B3EC-4400-6030-699492EF7A5D}"/>
          </ac:spMkLst>
        </pc:spChg>
        <pc:spChg chg="mod">
          <ac:chgData name="ניב קופולוביץ" userId="0206eb30-381d-44cb-b094-52bcb345d922" providerId="ADAL" clId="{1547E835-BBCB-40A8-833C-CD344E18650E}" dt="2024-04-25T12:53:42.061" v="6262" actId="20577"/>
          <ac:spMkLst>
            <pc:docMk/>
            <pc:sldMk cId="2466581208" sldId="399"/>
            <ac:spMk id="36" creationId="{032C166A-2D44-4D60-5A4E-1ED7D95BF9A0}"/>
          </ac:spMkLst>
        </pc:spChg>
        <pc:picChg chg="add mod">
          <ac:chgData name="ניב קופולוביץ" userId="0206eb30-381d-44cb-b094-52bcb345d922" providerId="ADAL" clId="{1547E835-BBCB-40A8-833C-CD344E18650E}" dt="2024-04-25T11:47:47.056" v="5645" actId="108"/>
          <ac:picMkLst>
            <pc:docMk/>
            <pc:sldMk cId="2466581208" sldId="399"/>
            <ac:picMk id="3" creationId="{5A74F5F5-B93F-7C3A-14DC-94B45A2F5C24}"/>
          </ac:picMkLst>
        </pc:picChg>
        <pc:picChg chg="add del">
          <ac:chgData name="ניב קופולוביץ" userId="0206eb30-381d-44cb-b094-52bcb345d922" providerId="ADAL" clId="{1547E835-BBCB-40A8-833C-CD344E18650E}" dt="2024-04-25T10:38:03.077" v="4708" actId="478"/>
          <ac:picMkLst>
            <pc:docMk/>
            <pc:sldMk cId="2466581208" sldId="399"/>
            <ac:picMk id="4" creationId="{6E8A4CD6-4BAF-E874-E8AF-725BFF6A3DB2}"/>
          </ac:picMkLst>
        </pc:picChg>
        <pc:picChg chg="del">
          <ac:chgData name="ניב קופולוביץ" userId="0206eb30-381d-44cb-b094-52bcb345d922" providerId="ADAL" clId="{1547E835-BBCB-40A8-833C-CD344E18650E}" dt="2024-04-25T10:38:03.616" v="4709" actId="478"/>
          <ac:picMkLst>
            <pc:docMk/>
            <pc:sldMk cId="2466581208" sldId="399"/>
            <ac:picMk id="5" creationId="{71787677-53BB-3FDA-C042-8F474FDEF674}"/>
          </ac:picMkLst>
        </pc:picChg>
        <pc:picChg chg="add mod">
          <ac:chgData name="ניב קופולוביץ" userId="0206eb30-381d-44cb-b094-52bcb345d922" providerId="ADAL" clId="{1547E835-BBCB-40A8-833C-CD344E18650E}" dt="2024-04-25T11:47:48.981" v="5646" actId="108"/>
          <ac:picMkLst>
            <pc:docMk/>
            <pc:sldMk cId="2466581208" sldId="399"/>
            <ac:picMk id="6" creationId="{660C7A17-3EA7-BBEC-8AA3-0CC0AE464BDB}"/>
          </ac:picMkLst>
        </pc:picChg>
        <pc:picChg chg="add del mod">
          <ac:chgData name="ניב קופולוביץ" userId="0206eb30-381d-44cb-b094-52bcb345d922" providerId="ADAL" clId="{1547E835-BBCB-40A8-833C-CD344E18650E}" dt="2024-04-25T10:38:26.946" v="4716" actId="478"/>
          <ac:picMkLst>
            <pc:docMk/>
            <pc:sldMk cId="2466581208" sldId="399"/>
            <ac:picMk id="7" creationId="{A1F54384-28D2-72E5-D14C-04A550BD849A}"/>
          </ac:picMkLst>
        </pc:picChg>
      </pc:sldChg>
      <pc:sldChg chg="add del">
        <pc:chgData name="ניב קופולוביץ" userId="0206eb30-381d-44cb-b094-52bcb345d922" providerId="ADAL" clId="{1547E835-BBCB-40A8-833C-CD344E18650E}" dt="2024-04-25T10:49:29.867" v="4768" actId="2696"/>
        <pc:sldMkLst>
          <pc:docMk/>
          <pc:sldMk cId="2284000581" sldId="400"/>
        </pc:sldMkLst>
      </pc:sldChg>
      <pc:sldChg chg="addSp delSp modSp add mod">
        <pc:chgData name="ניב קופולוביץ" userId="0206eb30-381d-44cb-b094-52bcb345d922" providerId="ADAL" clId="{1547E835-BBCB-40A8-833C-CD344E18650E}" dt="2024-04-25T14:31:18.797" v="7622" actId="20577"/>
        <pc:sldMkLst>
          <pc:docMk/>
          <pc:sldMk cId="3262785123" sldId="401"/>
        </pc:sldMkLst>
        <pc:spChg chg="mod">
          <ac:chgData name="ניב קופולוביץ" userId="0206eb30-381d-44cb-b094-52bcb345d922" providerId="ADAL" clId="{1547E835-BBCB-40A8-833C-CD344E18650E}" dt="2024-04-25T12:53:54.443" v="6276" actId="20577"/>
          <ac:spMkLst>
            <pc:docMk/>
            <pc:sldMk cId="3262785123" sldId="401"/>
            <ac:spMk id="2" creationId="{BF4F2C32-E81B-C407-683A-A15EC9497B27}"/>
          </ac:spMkLst>
        </pc:spChg>
        <pc:spChg chg="mod">
          <ac:chgData name="ניב קופולוביץ" userId="0206eb30-381d-44cb-b094-52bcb345d922" providerId="ADAL" clId="{1547E835-BBCB-40A8-833C-CD344E18650E}" dt="2024-04-25T12:53:55.941" v="6278" actId="20577"/>
          <ac:spMkLst>
            <pc:docMk/>
            <pc:sldMk cId="3262785123" sldId="401"/>
            <ac:spMk id="8" creationId="{A2F48E83-8164-F9B8-4DC7-E7871487DE8B}"/>
          </ac:spMkLst>
        </pc:spChg>
        <pc:spChg chg="mod">
          <ac:chgData name="ניב קופולוביץ" userId="0206eb30-381d-44cb-b094-52bcb345d922" providerId="ADAL" clId="{1547E835-BBCB-40A8-833C-CD344E18650E}" dt="2024-04-25T14:31:18.797" v="7622" actId="20577"/>
          <ac:spMkLst>
            <pc:docMk/>
            <pc:sldMk cId="3262785123" sldId="401"/>
            <ac:spMk id="9" creationId="{3D198235-B3EC-4400-6030-699492EF7A5D}"/>
          </ac:spMkLst>
        </pc:spChg>
        <pc:spChg chg="mod">
          <ac:chgData name="ניב קופולוביץ" userId="0206eb30-381d-44cb-b094-52bcb345d922" providerId="ADAL" clId="{1547E835-BBCB-40A8-833C-CD344E18650E}" dt="2024-04-25T12:53:57.699" v="6280" actId="20577"/>
          <ac:spMkLst>
            <pc:docMk/>
            <pc:sldMk cId="3262785123" sldId="401"/>
            <ac:spMk id="36" creationId="{032C166A-2D44-4D60-5A4E-1ED7D95BF9A0}"/>
          </ac:spMkLst>
        </pc:spChg>
        <pc:picChg chg="add del">
          <ac:chgData name="ניב קופולוביץ" userId="0206eb30-381d-44cb-b094-52bcb345d922" providerId="ADAL" clId="{1547E835-BBCB-40A8-833C-CD344E18650E}" dt="2024-04-25T11:09:52.834" v="5205" actId="478"/>
          <ac:picMkLst>
            <pc:docMk/>
            <pc:sldMk cId="3262785123" sldId="401"/>
            <ac:picMk id="3" creationId="{5A74F5F5-B93F-7C3A-14DC-94B45A2F5C24}"/>
          </ac:picMkLst>
        </pc:picChg>
        <pc:picChg chg="add mod ord">
          <ac:chgData name="ניב קופולוביץ" userId="0206eb30-381d-44cb-b094-52bcb345d922" providerId="ADAL" clId="{1547E835-BBCB-40A8-833C-CD344E18650E}" dt="2024-04-25T11:47:41.742" v="5643" actId="108"/>
          <ac:picMkLst>
            <pc:docMk/>
            <pc:sldMk cId="3262785123" sldId="401"/>
            <ac:picMk id="4" creationId="{7460C51A-B47D-13B7-795F-0270B3ACFDB6}"/>
          </ac:picMkLst>
        </pc:picChg>
        <pc:picChg chg="add del mod ord">
          <ac:chgData name="ניב קופולוביץ" userId="0206eb30-381d-44cb-b094-52bcb345d922" providerId="ADAL" clId="{1547E835-BBCB-40A8-833C-CD344E18650E}" dt="2024-04-25T13:53:25.494" v="6820" actId="478"/>
          <ac:picMkLst>
            <pc:docMk/>
            <pc:sldMk cId="3262785123" sldId="401"/>
            <ac:picMk id="5" creationId="{BB992FBD-5F57-F6DE-42FB-EA4B7DA26B64}"/>
          </ac:picMkLst>
        </pc:picChg>
        <pc:picChg chg="add del">
          <ac:chgData name="ניב קופולוביץ" userId="0206eb30-381d-44cb-b094-52bcb345d922" providerId="ADAL" clId="{1547E835-BBCB-40A8-833C-CD344E18650E}" dt="2024-04-25T11:09:53.562" v="5206" actId="478"/>
          <ac:picMkLst>
            <pc:docMk/>
            <pc:sldMk cId="3262785123" sldId="401"/>
            <ac:picMk id="6" creationId="{660C7A17-3EA7-BBEC-8AA3-0CC0AE464BDB}"/>
          </ac:picMkLst>
        </pc:picChg>
        <pc:picChg chg="add mod ord">
          <ac:chgData name="ניב קופולוביץ" userId="0206eb30-381d-44cb-b094-52bcb345d922" providerId="ADAL" clId="{1547E835-BBCB-40A8-833C-CD344E18650E}" dt="2024-04-25T13:53:22.921" v="6819" actId="167"/>
          <ac:picMkLst>
            <pc:docMk/>
            <pc:sldMk cId="3262785123" sldId="401"/>
            <ac:picMk id="10" creationId="{690ECED6-BE35-47A5-D2BA-DBCB6D04131C}"/>
          </ac:picMkLst>
        </pc:picChg>
      </pc:sldChg>
      <pc:sldChg chg="add del">
        <pc:chgData name="ניב קופולוביץ" userId="0206eb30-381d-44cb-b094-52bcb345d922" providerId="ADAL" clId="{1547E835-BBCB-40A8-833C-CD344E18650E}" dt="2024-04-25T14:22:06.359" v="7422" actId="47"/>
        <pc:sldMkLst>
          <pc:docMk/>
          <pc:sldMk cId="1437302135" sldId="402"/>
        </pc:sldMkLst>
      </pc:sldChg>
      <pc:sldChg chg="modSp add del mod">
        <pc:chgData name="ניב קופולוביץ" userId="0206eb30-381d-44cb-b094-52bcb345d922" providerId="ADAL" clId="{1547E835-BBCB-40A8-833C-CD344E18650E}" dt="2024-04-25T11:17:12.726" v="5270" actId="47"/>
        <pc:sldMkLst>
          <pc:docMk/>
          <pc:sldMk cId="119056808" sldId="403"/>
        </pc:sldMkLst>
        <pc:spChg chg="mod">
          <ac:chgData name="ניב קופולוביץ" userId="0206eb30-381d-44cb-b094-52bcb345d922" providerId="ADAL" clId="{1547E835-BBCB-40A8-833C-CD344E18650E}" dt="2024-04-25T10:56:11.662" v="4892" actId="20577"/>
          <ac:spMkLst>
            <pc:docMk/>
            <pc:sldMk cId="119056808" sldId="403"/>
            <ac:spMk id="9" creationId="{B2237D34-49F2-8303-C080-A1F5EB967ED5}"/>
          </ac:spMkLst>
        </pc:spChg>
      </pc:sldChg>
      <pc:sldChg chg="add del">
        <pc:chgData name="ניב קופולוביץ" userId="0206eb30-381d-44cb-b094-52bcb345d922" providerId="ADAL" clId="{1547E835-BBCB-40A8-833C-CD344E18650E}" dt="2024-04-25T10:56:04.263" v="4888" actId="47"/>
        <pc:sldMkLst>
          <pc:docMk/>
          <pc:sldMk cId="3656847495" sldId="403"/>
        </pc:sldMkLst>
      </pc:sldChg>
      <pc:sldChg chg="add del">
        <pc:chgData name="ניב קופולוביץ" userId="0206eb30-381d-44cb-b094-52bcb345d922" providerId="ADAL" clId="{1547E835-BBCB-40A8-833C-CD344E18650E}" dt="2024-04-25T10:56:04.263" v="4888" actId="47"/>
        <pc:sldMkLst>
          <pc:docMk/>
          <pc:sldMk cId="1571602520" sldId="404"/>
        </pc:sldMkLst>
      </pc:sldChg>
      <pc:sldChg chg="modSp add del mod">
        <pc:chgData name="ניב קופולוביץ" userId="0206eb30-381d-44cb-b094-52bcb345d922" providerId="ADAL" clId="{1547E835-BBCB-40A8-833C-CD344E18650E}" dt="2024-04-25T11:17:12.726" v="5270" actId="47"/>
        <pc:sldMkLst>
          <pc:docMk/>
          <pc:sldMk cId="1685951255" sldId="404"/>
        </pc:sldMkLst>
        <pc:spChg chg="mod">
          <ac:chgData name="ניב קופולוביץ" userId="0206eb30-381d-44cb-b094-52bcb345d922" providerId="ADAL" clId="{1547E835-BBCB-40A8-833C-CD344E18650E}" dt="2024-04-25T10:56:20.133" v="4899" actId="20577"/>
          <ac:spMkLst>
            <pc:docMk/>
            <pc:sldMk cId="1685951255" sldId="404"/>
            <ac:spMk id="9" creationId="{B2237D34-49F2-8303-C080-A1F5EB967ED5}"/>
          </ac:spMkLst>
        </pc:spChg>
      </pc:sldChg>
      <pc:sldChg chg="addSp delSp modSp add mod">
        <pc:chgData name="ניב קופולוביץ" userId="0206eb30-381d-44cb-b094-52bcb345d922" providerId="ADAL" clId="{1547E835-BBCB-40A8-833C-CD344E18650E}" dt="2024-04-25T14:31:29.627" v="7629" actId="20577"/>
        <pc:sldMkLst>
          <pc:docMk/>
          <pc:sldMk cId="532068952" sldId="405"/>
        </pc:sldMkLst>
        <pc:spChg chg="add mod">
          <ac:chgData name="ניב קופולוביץ" userId="0206eb30-381d-44cb-b094-52bcb345d922" providerId="ADAL" clId="{1547E835-BBCB-40A8-833C-CD344E18650E}" dt="2024-04-25T14:09:43.481" v="7098" actId="20577"/>
          <ac:spMkLst>
            <pc:docMk/>
            <pc:sldMk cId="532068952" sldId="405"/>
            <ac:spMk id="2" creationId="{108810C5-1C00-06F1-3334-55E3F9F1823B}"/>
          </ac:spMkLst>
        </pc:spChg>
        <pc:spChg chg="mod">
          <ac:chgData name="ניב קופולוביץ" userId="0206eb30-381d-44cb-b094-52bcb345d922" providerId="ADAL" clId="{1547E835-BBCB-40A8-833C-CD344E18650E}" dt="2024-04-25T14:31:29.627" v="7629" actId="20577"/>
          <ac:spMkLst>
            <pc:docMk/>
            <pc:sldMk cId="532068952" sldId="405"/>
            <ac:spMk id="9" creationId="{B2237D34-49F2-8303-C080-A1F5EB967ED5}"/>
          </ac:spMkLst>
        </pc:spChg>
        <pc:spChg chg="del">
          <ac:chgData name="ניב קופולוביץ" userId="0206eb30-381d-44cb-b094-52bcb345d922" providerId="ADAL" clId="{1547E835-BBCB-40A8-833C-CD344E18650E}" dt="2024-04-25T11:02:36.445" v="5029" actId="478"/>
          <ac:spMkLst>
            <pc:docMk/>
            <pc:sldMk cId="532068952" sldId="405"/>
            <ac:spMk id="28" creationId="{A8445E09-362A-8BE1-4E60-2178701E52C7}"/>
          </ac:spMkLst>
        </pc:spChg>
        <pc:spChg chg="del">
          <ac:chgData name="ניב קופולוביץ" userId="0206eb30-381d-44cb-b094-52bcb345d922" providerId="ADAL" clId="{1547E835-BBCB-40A8-833C-CD344E18650E}" dt="2024-04-25T11:02:36.445" v="5029" actId="478"/>
          <ac:spMkLst>
            <pc:docMk/>
            <pc:sldMk cId="532068952" sldId="405"/>
            <ac:spMk id="29" creationId="{62C44C41-11D8-2913-BDEB-49B45E112B1B}"/>
          </ac:spMkLst>
        </pc:spChg>
        <pc:spChg chg="del">
          <ac:chgData name="ניב קופולוביץ" userId="0206eb30-381d-44cb-b094-52bcb345d922" providerId="ADAL" clId="{1547E835-BBCB-40A8-833C-CD344E18650E}" dt="2024-04-25T11:02:37.605" v="5030" actId="478"/>
          <ac:spMkLst>
            <pc:docMk/>
            <pc:sldMk cId="532068952" sldId="405"/>
            <ac:spMk id="30" creationId="{7692F464-65CD-385C-183A-2BB3149FDFA6}"/>
          </ac:spMkLst>
        </pc:spChg>
        <pc:spChg chg="del">
          <ac:chgData name="ניב קופולוביץ" userId="0206eb30-381d-44cb-b094-52bcb345d922" providerId="ADAL" clId="{1547E835-BBCB-40A8-833C-CD344E18650E}" dt="2024-04-25T11:02:37.605" v="5030" actId="478"/>
          <ac:spMkLst>
            <pc:docMk/>
            <pc:sldMk cId="532068952" sldId="405"/>
            <ac:spMk id="31" creationId="{832F04E6-1917-C75D-E63D-C2FDA7D9A164}"/>
          </ac:spMkLst>
        </pc:spChg>
        <pc:spChg chg="del">
          <ac:chgData name="ניב קופולוביץ" userId="0206eb30-381d-44cb-b094-52bcb345d922" providerId="ADAL" clId="{1547E835-BBCB-40A8-833C-CD344E18650E}" dt="2024-04-25T11:02:36.445" v="5029" actId="478"/>
          <ac:spMkLst>
            <pc:docMk/>
            <pc:sldMk cId="532068952" sldId="405"/>
            <ac:spMk id="32" creationId="{2445279A-EFFA-F025-D56F-18A5DDB305E8}"/>
          </ac:spMkLst>
        </pc:spChg>
        <pc:spChg chg="del">
          <ac:chgData name="ניב קופולוביץ" userId="0206eb30-381d-44cb-b094-52bcb345d922" providerId="ADAL" clId="{1547E835-BBCB-40A8-833C-CD344E18650E}" dt="2024-04-25T11:02:36.445" v="5029" actId="478"/>
          <ac:spMkLst>
            <pc:docMk/>
            <pc:sldMk cId="532068952" sldId="405"/>
            <ac:spMk id="33" creationId="{1CB05817-D256-B634-1A58-C976B2E1B23D}"/>
          </ac:spMkLst>
        </pc:spChg>
        <pc:spChg chg="add mod ord">
          <ac:chgData name="ניב קופולוביץ" userId="0206eb30-381d-44cb-b094-52bcb345d922" providerId="ADAL" clId="{1547E835-BBCB-40A8-833C-CD344E18650E}" dt="2024-04-25T13:33:09.749" v="6664" actId="166"/>
          <ac:spMkLst>
            <pc:docMk/>
            <pc:sldMk cId="532068952" sldId="405"/>
            <ac:spMk id="41" creationId="{5E8BF430-B5A9-6719-21D6-589E66FD11B8}"/>
          </ac:spMkLst>
        </pc:spChg>
        <pc:spChg chg="add mod ord">
          <ac:chgData name="ניב קופולוביץ" userId="0206eb30-381d-44cb-b094-52bcb345d922" providerId="ADAL" clId="{1547E835-BBCB-40A8-833C-CD344E18650E}" dt="2024-04-25T14:08:14.281" v="7069" actId="166"/>
          <ac:spMkLst>
            <pc:docMk/>
            <pc:sldMk cId="532068952" sldId="405"/>
            <ac:spMk id="42" creationId="{1A8C7567-B9EF-74AE-8C57-9EF1D42C2465}"/>
          </ac:spMkLst>
        </pc:spChg>
        <pc:spChg chg="add mod ord">
          <ac:chgData name="ניב קופולוביץ" userId="0206eb30-381d-44cb-b094-52bcb345d922" providerId="ADAL" clId="{1547E835-BBCB-40A8-833C-CD344E18650E}" dt="2024-04-25T14:08:33.947" v="7078" actId="166"/>
          <ac:spMkLst>
            <pc:docMk/>
            <pc:sldMk cId="532068952" sldId="405"/>
            <ac:spMk id="43" creationId="{C777D484-8244-3421-7042-02333A7901F6}"/>
          </ac:spMkLst>
        </pc:spChg>
        <pc:spChg chg="add mod">
          <ac:chgData name="ניב קופולוביץ" userId="0206eb30-381d-44cb-b094-52bcb345d922" providerId="ADAL" clId="{1547E835-BBCB-40A8-833C-CD344E18650E}" dt="2024-04-25T12:58:57.941" v="6443" actId="20577"/>
          <ac:spMkLst>
            <pc:docMk/>
            <pc:sldMk cId="532068952" sldId="405"/>
            <ac:spMk id="44" creationId="{0B4F96CA-5754-0B35-E9AA-5FD40B1A516F}"/>
          </ac:spMkLst>
        </pc:spChg>
        <pc:spChg chg="add mod">
          <ac:chgData name="ניב קופולוביץ" userId="0206eb30-381d-44cb-b094-52bcb345d922" providerId="ADAL" clId="{1547E835-BBCB-40A8-833C-CD344E18650E}" dt="2024-04-25T12:59:11.878" v="6447" actId="6549"/>
          <ac:spMkLst>
            <pc:docMk/>
            <pc:sldMk cId="532068952" sldId="405"/>
            <ac:spMk id="45" creationId="{7DE01999-AD7F-B7EA-6D4F-232DC555287D}"/>
          </ac:spMkLst>
        </pc:spChg>
        <pc:spChg chg="add mod">
          <ac:chgData name="ניב קופולוביץ" userId="0206eb30-381d-44cb-b094-52bcb345d922" providerId="ADAL" clId="{1547E835-BBCB-40A8-833C-CD344E18650E}" dt="2024-04-25T12:59:08.747" v="6446" actId="20577"/>
          <ac:spMkLst>
            <pc:docMk/>
            <pc:sldMk cId="532068952" sldId="405"/>
            <ac:spMk id="46" creationId="{A54398BC-1E5E-5006-1287-D0701BCEADD2}"/>
          </ac:spMkLst>
        </pc:spChg>
        <pc:spChg chg="add mod ord">
          <ac:chgData name="ניב קופולוביץ" userId="0206eb30-381d-44cb-b094-52bcb345d922" providerId="ADAL" clId="{1547E835-BBCB-40A8-833C-CD344E18650E}" dt="2024-04-25T14:05:40.707" v="7016" actId="166"/>
          <ac:spMkLst>
            <pc:docMk/>
            <pc:sldMk cId="532068952" sldId="405"/>
            <ac:spMk id="47" creationId="{C7AA211F-F76D-AD84-BBE5-C659A203BAA9}"/>
          </ac:spMkLst>
        </pc:spChg>
        <pc:spChg chg="add mod ord">
          <ac:chgData name="ניב קופולוביץ" userId="0206eb30-381d-44cb-b094-52bcb345d922" providerId="ADAL" clId="{1547E835-BBCB-40A8-833C-CD344E18650E}" dt="2024-04-25T14:07:40.661" v="7059" actId="166"/>
          <ac:spMkLst>
            <pc:docMk/>
            <pc:sldMk cId="532068952" sldId="405"/>
            <ac:spMk id="48" creationId="{0DD728DA-BD25-7D23-57B4-04E8794701DC}"/>
          </ac:spMkLst>
        </pc:spChg>
        <pc:spChg chg="add mod ord">
          <ac:chgData name="ניב קופולוביץ" userId="0206eb30-381d-44cb-b094-52bcb345d922" providerId="ADAL" clId="{1547E835-BBCB-40A8-833C-CD344E18650E}" dt="2024-04-25T14:08:47.060" v="7084" actId="166"/>
          <ac:spMkLst>
            <pc:docMk/>
            <pc:sldMk cId="532068952" sldId="405"/>
            <ac:spMk id="49" creationId="{4643A60A-9007-EBFD-D0FC-17535AA88E6D}"/>
          </ac:spMkLst>
        </pc:spChg>
        <pc:spChg chg="del">
          <ac:chgData name="ניב קופולוביץ" userId="0206eb30-381d-44cb-b094-52bcb345d922" providerId="ADAL" clId="{1547E835-BBCB-40A8-833C-CD344E18650E}" dt="2024-04-25T11:02:35.149" v="5028" actId="478"/>
          <ac:spMkLst>
            <pc:docMk/>
            <pc:sldMk cId="532068952" sldId="405"/>
            <ac:spMk id="50" creationId="{169FC105-6633-8A83-C69C-8CFDFAB293A2}"/>
          </ac:spMkLst>
        </pc:spChg>
        <pc:spChg chg="add mod ord">
          <ac:chgData name="ניב קופולוביץ" userId="0206eb30-381d-44cb-b094-52bcb345d922" providerId="ADAL" clId="{1547E835-BBCB-40A8-833C-CD344E18650E}" dt="2024-04-25T14:06:22.909" v="7029" actId="166"/>
          <ac:spMkLst>
            <pc:docMk/>
            <pc:sldMk cId="532068952" sldId="405"/>
            <ac:spMk id="51" creationId="{465AA89F-190C-9CF6-E638-A94EFCB7E74F}"/>
          </ac:spMkLst>
        </pc:spChg>
        <pc:spChg chg="add mod ord">
          <ac:chgData name="ניב קופולוביץ" userId="0206eb30-381d-44cb-b094-52bcb345d922" providerId="ADAL" clId="{1547E835-BBCB-40A8-833C-CD344E18650E}" dt="2024-04-25T14:07:11.962" v="7048" actId="166"/>
          <ac:spMkLst>
            <pc:docMk/>
            <pc:sldMk cId="532068952" sldId="405"/>
            <ac:spMk id="52" creationId="{72B1AC17-7E87-C709-2FA3-F617298807C9}"/>
          </ac:spMkLst>
        </pc:spChg>
        <pc:spChg chg="add mod ord">
          <ac:chgData name="ניב קופולוביץ" userId="0206eb30-381d-44cb-b094-52bcb345d922" providerId="ADAL" clId="{1547E835-BBCB-40A8-833C-CD344E18650E}" dt="2024-04-25T14:09:05.822" v="7091" actId="6549"/>
          <ac:spMkLst>
            <pc:docMk/>
            <pc:sldMk cId="532068952" sldId="405"/>
            <ac:spMk id="53" creationId="{D11C9D47-2D40-C692-9127-5462D73C7B20}"/>
          </ac:spMkLst>
        </pc:spChg>
        <pc:graphicFrameChg chg="mod modGraphic">
          <ac:chgData name="ניב קופולוביץ" userId="0206eb30-381d-44cb-b094-52bcb345d922" providerId="ADAL" clId="{1547E835-BBCB-40A8-833C-CD344E18650E}" dt="2024-04-25T12:02:57.434" v="5873" actId="14734"/>
          <ac:graphicFrameMkLst>
            <pc:docMk/>
            <pc:sldMk cId="532068952" sldId="405"/>
            <ac:graphicFrameMk id="12" creationId="{411DA014-E46D-A69F-F487-D97569428099}"/>
          </ac:graphicFrameMkLst>
        </pc:graphicFrameChg>
        <pc:picChg chg="add del mod">
          <ac:chgData name="ניב קופולוביץ" userId="0206eb30-381d-44cb-b094-52bcb345d922" providerId="ADAL" clId="{1547E835-BBCB-40A8-833C-CD344E18650E}" dt="2024-04-25T11:55:04.208" v="5688" actId="478"/>
          <ac:picMkLst>
            <pc:docMk/>
            <pc:sldMk cId="532068952" sldId="405"/>
            <ac:picMk id="4" creationId="{5FD139F9-B5E3-969A-6C75-981711645920}"/>
          </ac:picMkLst>
        </pc:picChg>
        <pc:picChg chg="add mod">
          <ac:chgData name="ניב קופולוביץ" userId="0206eb30-381d-44cb-b094-52bcb345d922" providerId="ADAL" clId="{1547E835-BBCB-40A8-833C-CD344E18650E}" dt="2024-04-25T12:02:12.343" v="5859" actId="1037"/>
          <ac:picMkLst>
            <pc:docMk/>
            <pc:sldMk cId="532068952" sldId="405"/>
            <ac:picMk id="6" creationId="{20CFD050-5EC3-3596-FFB1-1D1F83A8FA76}"/>
          </ac:picMkLst>
        </pc:picChg>
        <pc:picChg chg="add del mod">
          <ac:chgData name="ניב קופולוביץ" userId="0206eb30-381d-44cb-b094-52bcb345d922" providerId="ADAL" clId="{1547E835-BBCB-40A8-833C-CD344E18650E}" dt="2024-04-25T13:33:00.283" v="6662" actId="478"/>
          <ac:picMkLst>
            <pc:docMk/>
            <pc:sldMk cId="532068952" sldId="405"/>
            <ac:picMk id="8" creationId="{78094756-EBE1-FCB1-9221-0A21CAB0B4E0}"/>
          </ac:picMkLst>
        </pc:picChg>
        <pc:picChg chg="add del mod">
          <ac:chgData name="ניב קופולוביץ" userId="0206eb30-381d-44cb-b094-52bcb345d922" providerId="ADAL" clId="{1547E835-BBCB-40A8-833C-CD344E18650E}" dt="2024-04-25T14:08:04.266" v="7066" actId="478"/>
          <ac:picMkLst>
            <pc:docMk/>
            <pc:sldMk cId="532068952" sldId="405"/>
            <ac:picMk id="11" creationId="{83F78683-5FCA-7305-9094-BCB4919C31D6}"/>
          </ac:picMkLst>
        </pc:picChg>
        <pc:picChg chg="add del mod">
          <ac:chgData name="ניב קופולוביץ" userId="0206eb30-381d-44cb-b094-52bcb345d922" providerId="ADAL" clId="{1547E835-BBCB-40A8-833C-CD344E18650E}" dt="2024-04-25T14:08:15.481" v="7070" actId="478"/>
          <ac:picMkLst>
            <pc:docMk/>
            <pc:sldMk cId="532068952" sldId="405"/>
            <ac:picMk id="14" creationId="{ECEBE866-65ED-2EB7-CAA0-A25E044229FA}"/>
          </ac:picMkLst>
        </pc:picChg>
        <pc:picChg chg="add del mod">
          <ac:chgData name="ניב קופולוביץ" userId="0206eb30-381d-44cb-b094-52bcb345d922" providerId="ADAL" clId="{1547E835-BBCB-40A8-833C-CD344E18650E}" dt="2024-04-25T14:05:33.542" v="7014" actId="478"/>
          <ac:picMkLst>
            <pc:docMk/>
            <pc:sldMk cId="532068952" sldId="405"/>
            <ac:picMk id="16" creationId="{9D0DA6F8-5B38-1393-03CC-D63146305107}"/>
          </ac:picMkLst>
        </pc:picChg>
        <pc:picChg chg="add del mod">
          <ac:chgData name="ניב קופולוביץ" userId="0206eb30-381d-44cb-b094-52bcb345d922" providerId="ADAL" clId="{1547E835-BBCB-40A8-833C-CD344E18650E}" dt="2024-04-25T14:07:28.296" v="7057" actId="478"/>
          <ac:picMkLst>
            <pc:docMk/>
            <pc:sldMk cId="532068952" sldId="405"/>
            <ac:picMk id="18" creationId="{0C356CC9-E83B-53D3-D4B6-430364CDF70B}"/>
          </ac:picMkLst>
        </pc:picChg>
        <pc:picChg chg="add del mod">
          <ac:chgData name="ניב קופולוביץ" userId="0206eb30-381d-44cb-b094-52bcb345d922" providerId="ADAL" clId="{1547E835-BBCB-40A8-833C-CD344E18650E}" dt="2024-04-25T14:08:15.953" v="7071" actId="478"/>
          <ac:picMkLst>
            <pc:docMk/>
            <pc:sldMk cId="532068952" sldId="405"/>
            <ac:picMk id="20" creationId="{EA33EBBD-83AB-8B5A-F14E-A84B98E96A24}"/>
          </ac:picMkLst>
        </pc:picChg>
        <pc:picChg chg="add mod">
          <ac:chgData name="ניב קופולוביץ" userId="0206eb30-381d-44cb-b094-52bcb345d922" providerId="ADAL" clId="{1547E835-BBCB-40A8-833C-CD344E18650E}" dt="2024-04-25T12:02:12.343" v="5859" actId="1037"/>
          <ac:picMkLst>
            <pc:docMk/>
            <pc:sldMk cId="532068952" sldId="405"/>
            <ac:picMk id="21" creationId="{3D1284BC-C466-6A66-F02E-F9EB64AC8E19}"/>
          </ac:picMkLst>
        </pc:picChg>
        <pc:picChg chg="add mod">
          <ac:chgData name="ניב קופולוביץ" userId="0206eb30-381d-44cb-b094-52bcb345d922" providerId="ADAL" clId="{1547E835-BBCB-40A8-833C-CD344E18650E}" dt="2024-04-25T12:02:12.343" v="5859" actId="1037"/>
          <ac:picMkLst>
            <pc:docMk/>
            <pc:sldMk cId="532068952" sldId="405"/>
            <ac:picMk id="22" creationId="{1FCDE57E-B5EA-BD81-6816-B555D25B46E4}"/>
          </ac:picMkLst>
        </pc:picChg>
        <pc:picChg chg="add mod">
          <ac:chgData name="ניב קופולוביץ" userId="0206eb30-381d-44cb-b094-52bcb345d922" providerId="ADAL" clId="{1547E835-BBCB-40A8-833C-CD344E18650E}" dt="2024-04-25T12:01:09.366" v="5836"/>
          <ac:picMkLst>
            <pc:docMk/>
            <pc:sldMk cId="532068952" sldId="405"/>
            <ac:picMk id="24" creationId="{002B5042-C2A6-600B-3F9D-F8E9C77812D1}"/>
          </ac:picMkLst>
        </pc:picChg>
        <pc:picChg chg="add mod">
          <ac:chgData name="ניב קופולוביץ" userId="0206eb30-381d-44cb-b094-52bcb345d922" providerId="ADAL" clId="{1547E835-BBCB-40A8-833C-CD344E18650E}" dt="2024-04-25T12:01:09.366" v="5836"/>
          <ac:picMkLst>
            <pc:docMk/>
            <pc:sldMk cId="532068952" sldId="405"/>
            <ac:picMk id="26" creationId="{9C8D6342-AEDD-CA47-F035-222631AC75EF}"/>
          </ac:picMkLst>
        </pc:picChg>
        <pc:picChg chg="add mod">
          <ac:chgData name="ניב קופולוביץ" userId="0206eb30-381d-44cb-b094-52bcb345d922" providerId="ADAL" clId="{1547E835-BBCB-40A8-833C-CD344E18650E}" dt="2024-04-25T12:01:09.366" v="5836"/>
          <ac:picMkLst>
            <pc:docMk/>
            <pc:sldMk cId="532068952" sldId="405"/>
            <ac:picMk id="34" creationId="{71307D51-EC88-E253-9474-F33DAB07CA91}"/>
          </ac:picMkLst>
        </pc:picChg>
        <pc:picChg chg="add del mod">
          <ac:chgData name="ניב קופולוביץ" userId="0206eb30-381d-44cb-b094-52bcb345d922" providerId="ADAL" clId="{1547E835-BBCB-40A8-833C-CD344E18650E}" dt="2024-04-25T14:05:45.212" v="7017" actId="478"/>
          <ac:picMkLst>
            <pc:docMk/>
            <pc:sldMk cId="532068952" sldId="405"/>
            <ac:picMk id="36" creationId="{59276F6A-A1B5-D3B1-71D6-C6B79958CB80}"/>
          </ac:picMkLst>
        </pc:picChg>
        <pc:picChg chg="add del mod">
          <ac:chgData name="ניב קופולוביץ" userId="0206eb30-381d-44cb-b094-52bcb345d922" providerId="ADAL" clId="{1547E835-BBCB-40A8-833C-CD344E18650E}" dt="2024-04-25T14:06:59.062" v="7045" actId="478"/>
          <ac:picMkLst>
            <pc:docMk/>
            <pc:sldMk cId="532068952" sldId="405"/>
            <ac:picMk id="38" creationId="{13D6A1A6-3DB2-5CF5-54A1-9024EE643C91}"/>
          </ac:picMkLst>
        </pc:picChg>
        <pc:picChg chg="add del mod">
          <ac:chgData name="ניב קופולוביץ" userId="0206eb30-381d-44cb-b094-52bcb345d922" providerId="ADAL" clId="{1547E835-BBCB-40A8-833C-CD344E18650E}" dt="2024-04-25T14:08:16.498" v="7072" actId="478"/>
          <ac:picMkLst>
            <pc:docMk/>
            <pc:sldMk cId="532068952" sldId="405"/>
            <ac:picMk id="40" creationId="{360F77EB-0FD4-061A-087B-5C08F5693491}"/>
          </ac:picMkLst>
        </pc:picChg>
        <pc:picChg chg="add mod">
          <ac:chgData name="ניב קופולוביץ" userId="0206eb30-381d-44cb-b094-52bcb345d922" providerId="ADAL" clId="{1547E835-BBCB-40A8-833C-CD344E18650E}" dt="2024-04-25T13:33:04.325" v="6663" actId="1076"/>
          <ac:picMkLst>
            <pc:docMk/>
            <pc:sldMk cId="532068952" sldId="405"/>
            <ac:picMk id="55" creationId="{08F3BC34-BBC5-012D-D0A8-88787515A85D}"/>
          </ac:picMkLst>
        </pc:picChg>
        <pc:picChg chg="add del mod">
          <ac:chgData name="ניב קופולוביץ" userId="0206eb30-381d-44cb-b094-52bcb345d922" providerId="ADAL" clId="{1547E835-BBCB-40A8-833C-CD344E18650E}" dt="2024-04-25T13:34:09.667" v="6675" actId="478"/>
          <ac:picMkLst>
            <pc:docMk/>
            <pc:sldMk cId="532068952" sldId="405"/>
            <ac:picMk id="57" creationId="{86A14CC0-8373-A6A3-CF95-15AF01730439}"/>
          </ac:picMkLst>
        </pc:picChg>
        <pc:picChg chg="add mod">
          <ac:chgData name="ניב קופולוביץ" userId="0206eb30-381d-44cb-b094-52bcb345d922" providerId="ADAL" clId="{1547E835-BBCB-40A8-833C-CD344E18650E}" dt="2024-04-25T14:05:37.470" v="7015" actId="1076"/>
          <ac:picMkLst>
            <pc:docMk/>
            <pc:sldMk cId="532068952" sldId="405"/>
            <ac:picMk id="59" creationId="{F3D9CF6F-5C25-C7B8-61A8-737F4EE30223}"/>
          </ac:picMkLst>
        </pc:picChg>
        <pc:picChg chg="add mod ord">
          <ac:chgData name="ניב קופולוביץ" userId="0206eb30-381d-44cb-b094-52bcb345d922" providerId="ADAL" clId="{1547E835-BBCB-40A8-833C-CD344E18650E}" dt="2024-04-25T14:06:16.775" v="7028" actId="171"/>
          <ac:picMkLst>
            <pc:docMk/>
            <pc:sldMk cId="532068952" sldId="405"/>
            <ac:picMk id="61" creationId="{18382C00-E858-5E12-4982-01051A2076F0}"/>
          </ac:picMkLst>
        </pc:picChg>
        <pc:picChg chg="add mod">
          <ac:chgData name="ניב קופולוביץ" userId="0206eb30-381d-44cb-b094-52bcb345d922" providerId="ADAL" clId="{1547E835-BBCB-40A8-833C-CD344E18650E}" dt="2024-04-25T14:06:33.080" v="7036"/>
          <ac:picMkLst>
            <pc:docMk/>
            <pc:sldMk cId="532068952" sldId="405"/>
            <ac:picMk id="63" creationId="{425776ED-39A4-9391-FAB7-BB0CE36684BE}"/>
          </ac:picMkLst>
        </pc:picChg>
        <pc:picChg chg="add mod">
          <ac:chgData name="ניב קופולוביץ" userId="0206eb30-381d-44cb-b094-52bcb345d922" providerId="ADAL" clId="{1547E835-BBCB-40A8-833C-CD344E18650E}" dt="2024-04-25T14:07:03.281" v="7046" actId="1076"/>
          <ac:picMkLst>
            <pc:docMk/>
            <pc:sldMk cId="532068952" sldId="405"/>
            <ac:picMk id="65" creationId="{50C422DD-F443-463C-26E6-0F9E84CBB8CC}"/>
          </ac:picMkLst>
        </pc:picChg>
        <pc:picChg chg="add mod">
          <ac:chgData name="ניב קופולוביץ" userId="0206eb30-381d-44cb-b094-52bcb345d922" providerId="ADAL" clId="{1547E835-BBCB-40A8-833C-CD344E18650E}" dt="2024-04-25T14:07:34.369" v="7058" actId="1076"/>
          <ac:picMkLst>
            <pc:docMk/>
            <pc:sldMk cId="532068952" sldId="405"/>
            <ac:picMk id="67" creationId="{19D0C0AA-2FF4-66C7-7386-8A2675E64B83}"/>
          </ac:picMkLst>
        </pc:picChg>
        <pc:picChg chg="add mod">
          <ac:chgData name="ניב קופולוביץ" userId="0206eb30-381d-44cb-b094-52bcb345d922" providerId="ADAL" clId="{1547E835-BBCB-40A8-833C-CD344E18650E}" dt="2024-04-25T14:08:10.507" v="7068" actId="1036"/>
          <ac:picMkLst>
            <pc:docMk/>
            <pc:sldMk cId="532068952" sldId="405"/>
            <ac:picMk id="69" creationId="{7246BAA1-5BFE-BD8D-021C-93FD56006E54}"/>
          </ac:picMkLst>
        </pc:picChg>
        <pc:picChg chg="add mod">
          <ac:chgData name="ניב קופולוביץ" userId="0206eb30-381d-44cb-b094-52bcb345d922" providerId="ADAL" clId="{1547E835-BBCB-40A8-833C-CD344E18650E}" dt="2024-04-25T14:08:30.431" v="7077" actId="1076"/>
          <ac:picMkLst>
            <pc:docMk/>
            <pc:sldMk cId="532068952" sldId="405"/>
            <ac:picMk id="71" creationId="{48B23912-6A76-BFA3-480D-12289395B20F}"/>
          </ac:picMkLst>
        </pc:picChg>
        <pc:picChg chg="add mod">
          <ac:chgData name="ניב קופולוביץ" userId="0206eb30-381d-44cb-b094-52bcb345d922" providerId="ADAL" clId="{1547E835-BBCB-40A8-833C-CD344E18650E}" dt="2024-04-25T14:08:43.322" v="7083" actId="1076"/>
          <ac:picMkLst>
            <pc:docMk/>
            <pc:sldMk cId="532068952" sldId="405"/>
            <ac:picMk id="73" creationId="{A9C70254-E7D8-7749-7DEA-84F87F3F4A6D}"/>
          </ac:picMkLst>
        </pc:picChg>
        <pc:picChg chg="add mod">
          <ac:chgData name="ניב קופולוביץ" userId="0206eb30-381d-44cb-b094-52bcb345d922" providerId="ADAL" clId="{1547E835-BBCB-40A8-833C-CD344E18650E}" dt="2024-04-25T14:08:59.181" v="7089" actId="1076"/>
          <ac:picMkLst>
            <pc:docMk/>
            <pc:sldMk cId="532068952" sldId="405"/>
            <ac:picMk id="75" creationId="{E3340B4D-FD63-B6B2-5520-532BB4628135}"/>
          </ac:picMkLst>
        </pc:picChg>
      </pc:sldChg>
      <pc:sldChg chg="modSp add del mod">
        <pc:chgData name="ניב קופולוביץ" userId="0206eb30-381d-44cb-b094-52bcb345d922" providerId="ADAL" clId="{1547E835-BBCB-40A8-833C-CD344E18650E}" dt="2024-04-25T11:24:16.735" v="5351" actId="47"/>
        <pc:sldMkLst>
          <pc:docMk/>
          <pc:sldMk cId="487267965" sldId="406"/>
        </pc:sldMkLst>
        <pc:spChg chg="mod">
          <ac:chgData name="ניב קופולוביץ" userId="0206eb30-381d-44cb-b094-52bcb345d922" providerId="ADAL" clId="{1547E835-BBCB-40A8-833C-CD344E18650E}" dt="2024-04-25T11:17:01.454" v="5267" actId="20577"/>
          <ac:spMkLst>
            <pc:docMk/>
            <pc:sldMk cId="487267965" sldId="406"/>
            <ac:spMk id="9" creationId="{3D198235-B3EC-4400-6030-699492EF7A5D}"/>
          </ac:spMkLst>
        </pc:spChg>
      </pc:sldChg>
      <pc:sldChg chg="addSp delSp modSp add del mod">
        <pc:chgData name="ניב קופולוביץ" userId="0206eb30-381d-44cb-b094-52bcb345d922" providerId="ADAL" clId="{1547E835-BBCB-40A8-833C-CD344E18650E}" dt="2024-04-25T14:31:20.845" v="7623" actId="20577"/>
        <pc:sldMkLst>
          <pc:docMk/>
          <pc:sldMk cId="945260130" sldId="406"/>
        </pc:sldMkLst>
        <pc:spChg chg="mod">
          <ac:chgData name="ניב קופולוביץ" userId="0206eb30-381d-44cb-b094-52bcb345d922" providerId="ADAL" clId="{1547E835-BBCB-40A8-833C-CD344E18650E}" dt="2024-04-25T12:54:06.852" v="6290" actId="20577"/>
          <ac:spMkLst>
            <pc:docMk/>
            <pc:sldMk cId="945260130" sldId="406"/>
            <ac:spMk id="2" creationId="{BF4F2C32-E81B-C407-683A-A15EC9497B27}"/>
          </ac:spMkLst>
        </pc:spChg>
        <pc:spChg chg="mod">
          <ac:chgData name="ניב קופולוביץ" userId="0206eb30-381d-44cb-b094-52bcb345d922" providerId="ADAL" clId="{1547E835-BBCB-40A8-833C-CD344E18650E}" dt="2024-04-25T12:54:02.022" v="6284" actId="20577"/>
          <ac:spMkLst>
            <pc:docMk/>
            <pc:sldMk cId="945260130" sldId="406"/>
            <ac:spMk id="8" creationId="{A2F48E83-8164-F9B8-4DC7-E7871487DE8B}"/>
          </ac:spMkLst>
        </pc:spChg>
        <pc:spChg chg="mod">
          <ac:chgData name="ניב קופולוביץ" userId="0206eb30-381d-44cb-b094-52bcb345d922" providerId="ADAL" clId="{1547E835-BBCB-40A8-833C-CD344E18650E}" dt="2024-04-25T14:31:20.845" v="7623" actId="20577"/>
          <ac:spMkLst>
            <pc:docMk/>
            <pc:sldMk cId="945260130" sldId="406"/>
            <ac:spMk id="9" creationId="{3D198235-B3EC-4400-6030-699492EF7A5D}"/>
          </ac:spMkLst>
        </pc:spChg>
        <pc:spChg chg="mod">
          <ac:chgData name="ניב קופולוביץ" userId="0206eb30-381d-44cb-b094-52bcb345d922" providerId="ADAL" clId="{1547E835-BBCB-40A8-833C-CD344E18650E}" dt="2024-04-25T12:54:00.669" v="6282" actId="20577"/>
          <ac:spMkLst>
            <pc:docMk/>
            <pc:sldMk cId="945260130" sldId="406"/>
            <ac:spMk id="36" creationId="{032C166A-2D44-4D60-5A4E-1ED7D95BF9A0}"/>
          </ac:spMkLst>
        </pc:spChg>
        <pc:picChg chg="add mod">
          <ac:chgData name="ניב קופולוביץ" userId="0206eb30-381d-44cb-b094-52bcb345d922" providerId="ADAL" clId="{1547E835-BBCB-40A8-833C-CD344E18650E}" dt="2024-04-25T11:47:38.026" v="5642" actId="108"/>
          <ac:picMkLst>
            <pc:docMk/>
            <pc:sldMk cId="945260130" sldId="406"/>
            <ac:picMk id="3" creationId="{D0EC682C-319E-E582-4DDC-1F441907DF38}"/>
          </ac:picMkLst>
        </pc:picChg>
        <pc:picChg chg="mod">
          <ac:chgData name="ניב קופולוביץ" userId="0206eb30-381d-44cb-b094-52bcb345d922" providerId="ADAL" clId="{1547E835-BBCB-40A8-833C-CD344E18650E}" dt="2024-04-25T11:47:36.418" v="5641" actId="108"/>
          <ac:picMkLst>
            <pc:docMk/>
            <pc:sldMk cId="945260130" sldId="406"/>
            <ac:picMk id="4" creationId="{6E8A4CD6-4BAF-E874-E8AF-725BFF6A3DB2}"/>
          </ac:picMkLst>
        </pc:picChg>
        <pc:picChg chg="del">
          <ac:chgData name="ניב קופולוביץ" userId="0206eb30-381d-44cb-b094-52bcb345d922" providerId="ADAL" clId="{1547E835-BBCB-40A8-833C-CD344E18650E}" dt="2024-04-25T11:25:49.068" v="5382" actId="478"/>
          <ac:picMkLst>
            <pc:docMk/>
            <pc:sldMk cId="945260130" sldId="406"/>
            <ac:picMk id="5" creationId="{71787677-53BB-3FDA-C042-8F474FDEF674}"/>
          </ac:picMkLst>
        </pc:picChg>
      </pc:sldChg>
      <pc:sldChg chg="modSp add del mod">
        <pc:chgData name="ניב קופולוביץ" userId="0206eb30-381d-44cb-b094-52bcb345d922" providerId="ADAL" clId="{1547E835-BBCB-40A8-833C-CD344E18650E}" dt="2024-04-25T11:24:16.735" v="5351" actId="47"/>
        <pc:sldMkLst>
          <pc:docMk/>
          <pc:sldMk cId="3381093842" sldId="407"/>
        </pc:sldMkLst>
        <pc:spChg chg="mod">
          <ac:chgData name="ניב קופולוביץ" userId="0206eb30-381d-44cb-b094-52bcb345d922" providerId="ADAL" clId="{1547E835-BBCB-40A8-833C-CD344E18650E}" dt="2024-04-25T11:23:25.189" v="5350" actId="20577"/>
          <ac:spMkLst>
            <pc:docMk/>
            <pc:sldMk cId="3381093842" sldId="407"/>
            <ac:spMk id="2" creationId="{BF4F2C32-E81B-C407-683A-A15EC9497B27}"/>
          </ac:spMkLst>
        </pc:spChg>
        <pc:spChg chg="mod">
          <ac:chgData name="ניב קופולוביץ" userId="0206eb30-381d-44cb-b094-52bcb345d922" providerId="ADAL" clId="{1547E835-BBCB-40A8-833C-CD344E18650E}" dt="2024-04-25T11:17:02.997" v="5268" actId="20577"/>
          <ac:spMkLst>
            <pc:docMk/>
            <pc:sldMk cId="3381093842" sldId="407"/>
            <ac:spMk id="9" creationId="{3D198235-B3EC-4400-6030-699492EF7A5D}"/>
          </ac:spMkLst>
        </pc:spChg>
      </pc:sldChg>
      <pc:sldChg chg="addSp delSp modSp add mod">
        <pc:chgData name="ניב קופולוביץ" userId="0206eb30-381d-44cb-b094-52bcb345d922" providerId="ADAL" clId="{1547E835-BBCB-40A8-833C-CD344E18650E}" dt="2024-04-25T14:31:22.415" v="7624" actId="20577"/>
        <pc:sldMkLst>
          <pc:docMk/>
          <pc:sldMk cId="3797299707" sldId="407"/>
        </pc:sldMkLst>
        <pc:spChg chg="mod">
          <ac:chgData name="ניב קופולוביץ" userId="0206eb30-381d-44cb-b094-52bcb345d922" providerId="ADAL" clId="{1547E835-BBCB-40A8-833C-CD344E18650E}" dt="2024-04-25T12:55:49.079" v="6307" actId="20577"/>
          <ac:spMkLst>
            <pc:docMk/>
            <pc:sldMk cId="3797299707" sldId="407"/>
            <ac:spMk id="2" creationId="{BF4F2C32-E81B-C407-683A-A15EC9497B27}"/>
          </ac:spMkLst>
        </pc:spChg>
        <pc:spChg chg="mod">
          <ac:chgData name="ניב קופולוביץ" userId="0206eb30-381d-44cb-b094-52bcb345d922" providerId="ADAL" clId="{1547E835-BBCB-40A8-833C-CD344E18650E}" dt="2024-04-25T12:54:10.631" v="6294" actId="20577"/>
          <ac:spMkLst>
            <pc:docMk/>
            <pc:sldMk cId="3797299707" sldId="407"/>
            <ac:spMk id="8" creationId="{A2F48E83-8164-F9B8-4DC7-E7871487DE8B}"/>
          </ac:spMkLst>
        </pc:spChg>
        <pc:spChg chg="mod">
          <ac:chgData name="ניב קופולוביץ" userId="0206eb30-381d-44cb-b094-52bcb345d922" providerId="ADAL" clId="{1547E835-BBCB-40A8-833C-CD344E18650E}" dt="2024-04-25T14:31:22.415" v="7624" actId="20577"/>
          <ac:spMkLst>
            <pc:docMk/>
            <pc:sldMk cId="3797299707" sldId="407"/>
            <ac:spMk id="9" creationId="{3D198235-B3EC-4400-6030-699492EF7A5D}"/>
          </ac:spMkLst>
        </pc:spChg>
        <pc:spChg chg="mod">
          <ac:chgData name="ניב קופולוביץ" userId="0206eb30-381d-44cb-b094-52bcb345d922" providerId="ADAL" clId="{1547E835-BBCB-40A8-833C-CD344E18650E}" dt="2024-04-25T12:54:09.511" v="6292" actId="20577"/>
          <ac:spMkLst>
            <pc:docMk/>
            <pc:sldMk cId="3797299707" sldId="407"/>
            <ac:spMk id="36" creationId="{032C166A-2D44-4D60-5A4E-1ED7D95BF9A0}"/>
          </ac:spMkLst>
        </pc:spChg>
        <pc:picChg chg="mod">
          <ac:chgData name="ניב קופולוביץ" userId="0206eb30-381d-44cb-b094-52bcb345d922" providerId="ADAL" clId="{1547E835-BBCB-40A8-833C-CD344E18650E}" dt="2024-04-25T11:47:32.378" v="5639" actId="108"/>
          <ac:picMkLst>
            <pc:docMk/>
            <pc:sldMk cId="3797299707" sldId="407"/>
            <ac:picMk id="3" creationId="{5A74F5F5-B93F-7C3A-14DC-94B45A2F5C24}"/>
          </ac:picMkLst>
        </pc:picChg>
        <pc:picChg chg="add del mod">
          <ac:chgData name="ניב קופולוביץ" userId="0206eb30-381d-44cb-b094-52bcb345d922" providerId="ADAL" clId="{1547E835-BBCB-40A8-833C-CD344E18650E}" dt="2024-04-25T13:56:53.764" v="6828" actId="478"/>
          <ac:picMkLst>
            <pc:docMk/>
            <pc:sldMk cId="3797299707" sldId="407"/>
            <ac:picMk id="4" creationId="{984C3043-973C-EFE4-3765-61C936994986}"/>
          </ac:picMkLst>
        </pc:picChg>
        <pc:picChg chg="del">
          <ac:chgData name="ניב קופולוביץ" userId="0206eb30-381d-44cb-b094-52bcb345d922" providerId="ADAL" clId="{1547E835-BBCB-40A8-833C-CD344E18650E}" dt="2024-04-25T11:32:18.140" v="5470" actId="478"/>
          <ac:picMkLst>
            <pc:docMk/>
            <pc:sldMk cId="3797299707" sldId="407"/>
            <ac:picMk id="6" creationId="{660C7A17-3EA7-BBEC-8AA3-0CC0AE464BDB}"/>
          </ac:picMkLst>
        </pc:picChg>
        <pc:picChg chg="add del mod ord">
          <ac:chgData name="ניב קופולוביץ" userId="0206eb30-381d-44cb-b094-52bcb345d922" providerId="ADAL" clId="{1547E835-BBCB-40A8-833C-CD344E18650E}" dt="2024-04-25T13:56:57.006" v="6831" actId="21"/>
          <ac:picMkLst>
            <pc:docMk/>
            <pc:sldMk cId="3797299707" sldId="407"/>
            <ac:picMk id="7" creationId="{0CB6405D-5838-7445-7C78-862CE3499347}"/>
          </ac:picMkLst>
        </pc:picChg>
      </pc:sldChg>
      <pc:sldChg chg="addSp delSp modSp add mod">
        <pc:chgData name="ניב קופולוביץ" userId="0206eb30-381d-44cb-b094-52bcb345d922" providerId="ADAL" clId="{1547E835-BBCB-40A8-833C-CD344E18650E}" dt="2024-04-25T14:31:23.695" v="7625" actId="20577"/>
        <pc:sldMkLst>
          <pc:docMk/>
          <pc:sldMk cId="2024109906" sldId="408"/>
        </pc:sldMkLst>
        <pc:spChg chg="mod">
          <ac:chgData name="ניב קופולוביץ" userId="0206eb30-381d-44cb-b094-52bcb345d922" providerId="ADAL" clId="{1547E835-BBCB-40A8-833C-CD344E18650E}" dt="2024-04-25T13:58:01.106" v="6858" actId="14100"/>
          <ac:spMkLst>
            <pc:docMk/>
            <pc:sldMk cId="2024109906" sldId="408"/>
            <ac:spMk id="2" creationId="{BF4F2C32-E81B-C407-683A-A15EC9497B27}"/>
          </ac:spMkLst>
        </pc:spChg>
        <pc:spChg chg="mod">
          <ac:chgData name="ניב קופולוביץ" userId="0206eb30-381d-44cb-b094-52bcb345d922" providerId="ADAL" clId="{1547E835-BBCB-40A8-833C-CD344E18650E}" dt="2024-04-25T12:56:07.552" v="6315" actId="20577"/>
          <ac:spMkLst>
            <pc:docMk/>
            <pc:sldMk cId="2024109906" sldId="408"/>
            <ac:spMk id="8" creationId="{A2F48E83-8164-F9B8-4DC7-E7871487DE8B}"/>
          </ac:spMkLst>
        </pc:spChg>
        <pc:spChg chg="mod">
          <ac:chgData name="ניב קופולוביץ" userId="0206eb30-381d-44cb-b094-52bcb345d922" providerId="ADAL" clId="{1547E835-BBCB-40A8-833C-CD344E18650E}" dt="2024-04-25T14:31:23.695" v="7625" actId="20577"/>
          <ac:spMkLst>
            <pc:docMk/>
            <pc:sldMk cId="2024109906" sldId="408"/>
            <ac:spMk id="9" creationId="{3D198235-B3EC-4400-6030-699492EF7A5D}"/>
          </ac:spMkLst>
        </pc:spChg>
        <pc:spChg chg="mod">
          <ac:chgData name="ניב קופולוביץ" userId="0206eb30-381d-44cb-b094-52bcb345d922" providerId="ADAL" clId="{1547E835-BBCB-40A8-833C-CD344E18650E}" dt="2024-04-25T12:56:09.274" v="6317" actId="20577"/>
          <ac:spMkLst>
            <pc:docMk/>
            <pc:sldMk cId="2024109906" sldId="408"/>
            <ac:spMk id="36" creationId="{032C166A-2D44-4D60-5A4E-1ED7D95BF9A0}"/>
          </ac:spMkLst>
        </pc:spChg>
        <pc:picChg chg="add del mod">
          <ac:chgData name="ניב קופולוביץ" userId="0206eb30-381d-44cb-b094-52bcb345d922" providerId="ADAL" clId="{1547E835-BBCB-40A8-833C-CD344E18650E}" dt="2024-04-25T13:57:31.846" v="6837" actId="478"/>
          <ac:picMkLst>
            <pc:docMk/>
            <pc:sldMk cId="2024109906" sldId="408"/>
            <ac:picMk id="3" creationId="{6D2C0E67-DF46-D969-BC67-CA6114B4CC8F}"/>
          </ac:picMkLst>
        </pc:picChg>
        <pc:picChg chg="mod">
          <ac:chgData name="ניב קופולוביץ" userId="0206eb30-381d-44cb-b094-52bcb345d922" providerId="ADAL" clId="{1547E835-BBCB-40A8-833C-CD344E18650E}" dt="2024-04-25T11:47:29.073" v="5637" actId="108"/>
          <ac:picMkLst>
            <pc:docMk/>
            <pc:sldMk cId="2024109906" sldId="408"/>
            <ac:picMk id="4" creationId="{7460C51A-B47D-13B7-795F-0270B3ACFDB6}"/>
          </ac:picMkLst>
        </pc:picChg>
        <pc:picChg chg="del">
          <ac:chgData name="ניב קופולוביץ" userId="0206eb30-381d-44cb-b094-52bcb345d922" providerId="ADAL" clId="{1547E835-BBCB-40A8-833C-CD344E18650E}" dt="2024-04-25T11:31:11.819" v="5461" actId="478"/>
          <ac:picMkLst>
            <pc:docMk/>
            <pc:sldMk cId="2024109906" sldId="408"/>
            <ac:picMk id="5" creationId="{BB992FBD-5F57-F6DE-42FB-EA4B7DA26B64}"/>
          </ac:picMkLst>
        </pc:picChg>
        <pc:picChg chg="add del mod">
          <ac:chgData name="ניב קופולוביץ" userId="0206eb30-381d-44cb-b094-52bcb345d922" providerId="ADAL" clId="{1547E835-BBCB-40A8-833C-CD344E18650E}" dt="2024-04-25T13:34:35.271" v="6681" actId="478"/>
          <ac:picMkLst>
            <pc:docMk/>
            <pc:sldMk cId="2024109906" sldId="408"/>
            <ac:picMk id="6" creationId="{8E5DD04D-DBD8-3B9A-2665-DD73734F67F4}"/>
          </ac:picMkLst>
        </pc:picChg>
        <pc:picChg chg="add mod">
          <ac:chgData name="ניב קופולוביץ" userId="0206eb30-381d-44cb-b094-52bcb345d922" providerId="ADAL" clId="{1547E835-BBCB-40A8-833C-CD344E18650E}" dt="2024-04-25T13:57:35.417" v="6838" actId="1076"/>
          <ac:picMkLst>
            <pc:docMk/>
            <pc:sldMk cId="2024109906" sldId="408"/>
            <ac:picMk id="7" creationId="{0CB6405D-5838-7445-7C78-862CE3499347}"/>
          </ac:picMkLst>
        </pc:picChg>
      </pc:sldChg>
      <pc:sldChg chg="modSp add del mod">
        <pc:chgData name="ניב קופולוביץ" userId="0206eb30-381d-44cb-b094-52bcb345d922" providerId="ADAL" clId="{1547E835-BBCB-40A8-833C-CD344E18650E}" dt="2024-04-25T11:24:16.735" v="5351" actId="47"/>
        <pc:sldMkLst>
          <pc:docMk/>
          <pc:sldMk cId="3972887135" sldId="408"/>
        </pc:sldMkLst>
        <pc:spChg chg="mod">
          <ac:chgData name="ניב קופולוביץ" userId="0206eb30-381d-44cb-b094-52bcb345d922" providerId="ADAL" clId="{1547E835-BBCB-40A8-833C-CD344E18650E}" dt="2024-04-25T11:17:04.621" v="5269" actId="20577"/>
          <ac:spMkLst>
            <pc:docMk/>
            <pc:sldMk cId="3972887135" sldId="408"/>
            <ac:spMk id="9" creationId="{3D198235-B3EC-4400-6030-699492EF7A5D}"/>
          </ac:spMkLst>
        </pc:spChg>
      </pc:sldChg>
      <pc:sldChg chg="addSp delSp modSp add mod">
        <pc:chgData name="ניב קופולוביץ" userId="0206eb30-381d-44cb-b094-52bcb345d922" providerId="ADAL" clId="{1547E835-BBCB-40A8-833C-CD344E18650E}" dt="2024-04-25T14:31:25.018" v="7626" actId="20577"/>
        <pc:sldMkLst>
          <pc:docMk/>
          <pc:sldMk cId="3106959589" sldId="409"/>
        </pc:sldMkLst>
        <pc:spChg chg="mod">
          <ac:chgData name="ניב קופולוביץ" userId="0206eb30-381d-44cb-b094-52bcb345d922" providerId="ADAL" clId="{1547E835-BBCB-40A8-833C-CD344E18650E}" dt="2024-04-25T14:02:07.857" v="6983" actId="14100"/>
          <ac:spMkLst>
            <pc:docMk/>
            <pc:sldMk cId="3106959589" sldId="409"/>
            <ac:spMk id="2" creationId="{BF4F2C32-E81B-C407-683A-A15EC9497B27}"/>
          </ac:spMkLst>
        </pc:spChg>
        <pc:spChg chg="mod">
          <ac:chgData name="ניב קופולוביץ" userId="0206eb30-381d-44cb-b094-52bcb345d922" providerId="ADAL" clId="{1547E835-BBCB-40A8-833C-CD344E18650E}" dt="2024-04-25T12:56:24.593" v="6330" actId="20577"/>
          <ac:spMkLst>
            <pc:docMk/>
            <pc:sldMk cId="3106959589" sldId="409"/>
            <ac:spMk id="8" creationId="{A2F48E83-8164-F9B8-4DC7-E7871487DE8B}"/>
          </ac:spMkLst>
        </pc:spChg>
        <pc:spChg chg="mod">
          <ac:chgData name="ניב קופולוביץ" userId="0206eb30-381d-44cb-b094-52bcb345d922" providerId="ADAL" clId="{1547E835-BBCB-40A8-833C-CD344E18650E}" dt="2024-04-25T14:31:25.018" v="7626" actId="20577"/>
          <ac:spMkLst>
            <pc:docMk/>
            <pc:sldMk cId="3106959589" sldId="409"/>
            <ac:spMk id="9" creationId="{3D198235-B3EC-4400-6030-699492EF7A5D}"/>
          </ac:spMkLst>
        </pc:spChg>
        <pc:spChg chg="mod">
          <ac:chgData name="ניב קופולוביץ" userId="0206eb30-381d-44cb-b094-52bcb345d922" providerId="ADAL" clId="{1547E835-BBCB-40A8-833C-CD344E18650E}" dt="2024-04-25T12:56:23.225" v="6328" actId="20577"/>
          <ac:spMkLst>
            <pc:docMk/>
            <pc:sldMk cId="3106959589" sldId="409"/>
            <ac:spMk id="36" creationId="{032C166A-2D44-4D60-5A4E-1ED7D95BF9A0}"/>
          </ac:spMkLst>
        </pc:spChg>
        <pc:picChg chg="add del mod">
          <ac:chgData name="ניב קופולוביץ" userId="0206eb30-381d-44cb-b094-52bcb345d922" providerId="ADAL" clId="{1547E835-BBCB-40A8-833C-CD344E18650E}" dt="2024-04-25T14:00:47.099" v="6870" actId="478"/>
          <ac:picMkLst>
            <pc:docMk/>
            <pc:sldMk cId="3106959589" sldId="409"/>
            <ac:picMk id="3" creationId="{7EE9AEEA-3409-0F5A-FBF1-900399776716}"/>
          </ac:picMkLst>
        </pc:picChg>
        <pc:picChg chg="mod">
          <ac:chgData name="ניב קופולוביץ" userId="0206eb30-381d-44cb-b094-52bcb345d922" providerId="ADAL" clId="{1547E835-BBCB-40A8-833C-CD344E18650E}" dt="2024-04-25T11:47:27.178" v="5636" actId="108"/>
          <ac:picMkLst>
            <pc:docMk/>
            <pc:sldMk cId="3106959589" sldId="409"/>
            <ac:picMk id="4" creationId="{6E8A4CD6-4BAF-E874-E8AF-725BFF6A3DB2}"/>
          </ac:picMkLst>
        </pc:picChg>
        <pc:picChg chg="del">
          <ac:chgData name="ניב קופולוביץ" userId="0206eb30-381d-44cb-b094-52bcb345d922" providerId="ADAL" clId="{1547E835-BBCB-40A8-833C-CD344E18650E}" dt="2024-04-25T11:36:33.116" v="5498" actId="478"/>
          <ac:picMkLst>
            <pc:docMk/>
            <pc:sldMk cId="3106959589" sldId="409"/>
            <ac:picMk id="5" creationId="{71787677-53BB-3FDA-C042-8F474FDEF674}"/>
          </ac:picMkLst>
        </pc:picChg>
        <pc:picChg chg="add mod">
          <ac:chgData name="ניב קופולוביץ" userId="0206eb30-381d-44cb-b094-52bcb345d922" providerId="ADAL" clId="{1547E835-BBCB-40A8-833C-CD344E18650E}" dt="2024-04-25T14:00:50.764" v="6871" actId="1076"/>
          <ac:picMkLst>
            <pc:docMk/>
            <pc:sldMk cId="3106959589" sldId="409"/>
            <ac:picMk id="7" creationId="{1F0E550E-B79C-E830-3E34-2C000FD0C3F2}"/>
          </ac:picMkLst>
        </pc:picChg>
      </pc:sldChg>
      <pc:sldChg chg="addSp delSp modSp add mod">
        <pc:chgData name="ניב קופולוביץ" userId="0206eb30-381d-44cb-b094-52bcb345d922" providerId="ADAL" clId="{1547E835-BBCB-40A8-833C-CD344E18650E}" dt="2024-04-25T14:31:26.243" v="7627" actId="20577"/>
        <pc:sldMkLst>
          <pc:docMk/>
          <pc:sldMk cId="3359476188" sldId="410"/>
        </pc:sldMkLst>
        <pc:spChg chg="mod">
          <ac:chgData name="ניב קופולוביץ" userId="0206eb30-381d-44cb-b094-52bcb345d922" providerId="ADAL" clId="{1547E835-BBCB-40A8-833C-CD344E18650E}" dt="2024-04-25T14:03:22.648" v="6993" actId="14100"/>
          <ac:spMkLst>
            <pc:docMk/>
            <pc:sldMk cId="3359476188" sldId="410"/>
            <ac:spMk id="2" creationId="{BF4F2C32-E81B-C407-683A-A15EC9497B27}"/>
          </ac:spMkLst>
        </pc:spChg>
        <pc:spChg chg="mod">
          <ac:chgData name="ניב קופולוביץ" userId="0206eb30-381d-44cb-b094-52bcb345d922" providerId="ADAL" clId="{1547E835-BBCB-40A8-833C-CD344E18650E}" dt="2024-04-25T12:56:34.051" v="6340" actId="20577"/>
          <ac:spMkLst>
            <pc:docMk/>
            <pc:sldMk cId="3359476188" sldId="410"/>
            <ac:spMk id="8" creationId="{A2F48E83-8164-F9B8-4DC7-E7871487DE8B}"/>
          </ac:spMkLst>
        </pc:spChg>
        <pc:spChg chg="mod">
          <ac:chgData name="ניב קופולוביץ" userId="0206eb30-381d-44cb-b094-52bcb345d922" providerId="ADAL" clId="{1547E835-BBCB-40A8-833C-CD344E18650E}" dt="2024-04-25T14:31:26.243" v="7627" actId="20577"/>
          <ac:spMkLst>
            <pc:docMk/>
            <pc:sldMk cId="3359476188" sldId="410"/>
            <ac:spMk id="9" creationId="{3D198235-B3EC-4400-6030-699492EF7A5D}"/>
          </ac:spMkLst>
        </pc:spChg>
        <pc:spChg chg="mod">
          <ac:chgData name="ניב קופולוביץ" userId="0206eb30-381d-44cb-b094-52bcb345d922" providerId="ADAL" clId="{1547E835-BBCB-40A8-833C-CD344E18650E}" dt="2024-04-25T12:56:32.283" v="6338" actId="20577"/>
          <ac:spMkLst>
            <pc:docMk/>
            <pc:sldMk cId="3359476188" sldId="410"/>
            <ac:spMk id="36" creationId="{032C166A-2D44-4D60-5A4E-1ED7D95BF9A0}"/>
          </ac:spMkLst>
        </pc:spChg>
        <pc:picChg chg="mod">
          <ac:chgData name="ניב קופולוביץ" userId="0206eb30-381d-44cb-b094-52bcb345d922" providerId="ADAL" clId="{1547E835-BBCB-40A8-833C-CD344E18650E}" dt="2024-04-25T11:47:14.457" v="5632" actId="108"/>
          <ac:picMkLst>
            <pc:docMk/>
            <pc:sldMk cId="3359476188" sldId="410"/>
            <ac:picMk id="3" creationId="{5A74F5F5-B93F-7C3A-14DC-94B45A2F5C24}"/>
          </ac:picMkLst>
        </pc:picChg>
        <pc:picChg chg="add del mod">
          <ac:chgData name="ניב קופולוביץ" userId="0206eb30-381d-44cb-b094-52bcb345d922" providerId="ADAL" clId="{1547E835-BBCB-40A8-833C-CD344E18650E}" dt="2024-04-25T14:03:03.476" v="6991" actId="478"/>
          <ac:picMkLst>
            <pc:docMk/>
            <pc:sldMk cId="3359476188" sldId="410"/>
            <ac:picMk id="4" creationId="{0204E50A-CFF8-A445-09FB-757FEE9AA592}"/>
          </ac:picMkLst>
        </pc:picChg>
        <pc:picChg chg="del">
          <ac:chgData name="ניב קופולוביץ" userId="0206eb30-381d-44cb-b094-52bcb345d922" providerId="ADAL" clId="{1547E835-BBCB-40A8-833C-CD344E18650E}" dt="2024-04-25T11:36:34.729" v="5499" actId="478"/>
          <ac:picMkLst>
            <pc:docMk/>
            <pc:sldMk cId="3359476188" sldId="410"/>
            <ac:picMk id="6" creationId="{660C7A17-3EA7-BBEC-8AA3-0CC0AE464BDB}"/>
          </ac:picMkLst>
        </pc:picChg>
        <pc:picChg chg="add mod ord">
          <ac:chgData name="ניב קופולוביץ" userId="0206eb30-381d-44cb-b094-52bcb345d922" providerId="ADAL" clId="{1547E835-BBCB-40A8-833C-CD344E18650E}" dt="2024-04-25T14:03:02.203" v="6990" actId="167"/>
          <ac:picMkLst>
            <pc:docMk/>
            <pc:sldMk cId="3359476188" sldId="410"/>
            <ac:picMk id="7" creationId="{2734629A-2D42-7DA6-6337-1CBA0037374F}"/>
          </ac:picMkLst>
        </pc:picChg>
      </pc:sldChg>
      <pc:sldChg chg="addSp delSp modSp add mod">
        <pc:chgData name="ניב קופולוביץ" userId="0206eb30-381d-44cb-b094-52bcb345d922" providerId="ADAL" clId="{1547E835-BBCB-40A8-833C-CD344E18650E}" dt="2024-04-25T14:31:27.524" v="7628" actId="20577"/>
        <pc:sldMkLst>
          <pc:docMk/>
          <pc:sldMk cId="1454464752" sldId="411"/>
        </pc:sldMkLst>
        <pc:spChg chg="mod">
          <ac:chgData name="ניב קופולוביץ" userId="0206eb30-381d-44cb-b094-52bcb345d922" providerId="ADAL" clId="{1547E835-BBCB-40A8-833C-CD344E18650E}" dt="2024-04-25T14:05:10.372" v="7006" actId="20577"/>
          <ac:spMkLst>
            <pc:docMk/>
            <pc:sldMk cId="1454464752" sldId="411"/>
            <ac:spMk id="2" creationId="{BF4F2C32-E81B-C407-683A-A15EC9497B27}"/>
          </ac:spMkLst>
        </pc:spChg>
        <pc:spChg chg="mod">
          <ac:chgData name="ניב קופולוביץ" userId="0206eb30-381d-44cb-b094-52bcb345d922" providerId="ADAL" clId="{1547E835-BBCB-40A8-833C-CD344E18650E}" dt="2024-04-25T12:56:47.172" v="6348" actId="20577"/>
          <ac:spMkLst>
            <pc:docMk/>
            <pc:sldMk cId="1454464752" sldId="411"/>
            <ac:spMk id="8" creationId="{A2F48E83-8164-F9B8-4DC7-E7871487DE8B}"/>
          </ac:spMkLst>
        </pc:spChg>
        <pc:spChg chg="mod">
          <ac:chgData name="ניב קופולוביץ" userId="0206eb30-381d-44cb-b094-52bcb345d922" providerId="ADAL" clId="{1547E835-BBCB-40A8-833C-CD344E18650E}" dt="2024-04-25T14:31:27.524" v="7628" actId="20577"/>
          <ac:spMkLst>
            <pc:docMk/>
            <pc:sldMk cId="1454464752" sldId="411"/>
            <ac:spMk id="9" creationId="{3D198235-B3EC-4400-6030-699492EF7A5D}"/>
          </ac:spMkLst>
        </pc:spChg>
        <pc:spChg chg="mod">
          <ac:chgData name="ניב קופולוביץ" userId="0206eb30-381d-44cb-b094-52bcb345d922" providerId="ADAL" clId="{1547E835-BBCB-40A8-833C-CD344E18650E}" dt="2024-04-25T12:56:45.642" v="6346" actId="20577"/>
          <ac:spMkLst>
            <pc:docMk/>
            <pc:sldMk cId="1454464752" sldId="411"/>
            <ac:spMk id="36" creationId="{032C166A-2D44-4D60-5A4E-1ED7D95BF9A0}"/>
          </ac:spMkLst>
        </pc:spChg>
        <pc:picChg chg="add del mod">
          <ac:chgData name="ניב קופולוביץ" userId="0206eb30-381d-44cb-b094-52bcb345d922" providerId="ADAL" clId="{1547E835-BBCB-40A8-833C-CD344E18650E}" dt="2024-04-25T14:03:59.940" v="6999" actId="478"/>
          <ac:picMkLst>
            <pc:docMk/>
            <pc:sldMk cId="1454464752" sldId="411"/>
            <ac:picMk id="3" creationId="{B32E4C45-F432-36D8-A2D6-531440563A97}"/>
          </ac:picMkLst>
        </pc:picChg>
        <pc:picChg chg="mod">
          <ac:chgData name="ניב קופולוביץ" userId="0206eb30-381d-44cb-b094-52bcb345d922" providerId="ADAL" clId="{1547E835-BBCB-40A8-833C-CD344E18650E}" dt="2024-04-25T11:47:05.496" v="5629" actId="108"/>
          <ac:picMkLst>
            <pc:docMk/>
            <pc:sldMk cId="1454464752" sldId="411"/>
            <ac:picMk id="4" creationId="{7460C51A-B47D-13B7-795F-0270B3ACFDB6}"/>
          </ac:picMkLst>
        </pc:picChg>
        <pc:picChg chg="del">
          <ac:chgData name="ניב קופולוביץ" userId="0206eb30-381d-44cb-b094-52bcb345d922" providerId="ADAL" clId="{1547E835-BBCB-40A8-833C-CD344E18650E}" dt="2024-04-25T11:36:36.199" v="5500" actId="478"/>
          <ac:picMkLst>
            <pc:docMk/>
            <pc:sldMk cId="1454464752" sldId="411"/>
            <ac:picMk id="5" creationId="{BB992FBD-5F57-F6DE-42FB-EA4B7DA26B64}"/>
          </ac:picMkLst>
        </pc:picChg>
        <pc:picChg chg="add mod ord">
          <ac:chgData name="ניב קופולוביץ" userId="0206eb30-381d-44cb-b094-52bcb345d922" providerId="ADAL" clId="{1547E835-BBCB-40A8-833C-CD344E18650E}" dt="2024-04-25T14:03:58.251" v="6998" actId="167"/>
          <ac:picMkLst>
            <pc:docMk/>
            <pc:sldMk cId="1454464752" sldId="411"/>
            <ac:picMk id="7" creationId="{D9965B94-3EB0-E0F6-75DF-8415A1522448}"/>
          </ac:picMkLst>
        </pc:picChg>
      </pc:sldChg>
      <pc:sldChg chg="add del">
        <pc:chgData name="ניב קופולוביץ" userId="0206eb30-381d-44cb-b094-52bcb345d922" providerId="ADAL" clId="{1547E835-BBCB-40A8-833C-CD344E18650E}" dt="2024-04-25T14:10:14.398" v="7099" actId="47"/>
        <pc:sldMkLst>
          <pc:docMk/>
          <pc:sldMk cId="4038786188" sldId="412"/>
        </pc:sldMkLst>
      </pc:sldChg>
      <pc:sldChg chg="add del">
        <pc:chgData name="ניב קופולוביץ" userId="0206eb30-381d-44cb-b094-52bcb345d922" providerId="ADAL" clId="{1547E835-BBCB-40A8-833C-CD344E18650E}" dt="2024-04-25T14:10:14.398" v="7099" actId="47"/>
        <pc:sldMkLst>
          <pc:docMk/>
          <pc:sldMk cId="4143660946" sldId="413"/>
        </pc:sldMkLst>
      </pc:sldChg>
      <pc:sldChg chg="modSp add del mod">
        <pc:chgData name="ניב קופולוביץ" userId="0206eb30-381d-44cb-b094-52bcb345d922" providerId="ADAL" clId="{1547E835-BBCB-40A8-833C-CD344E18650E}" dt="2024-04-25T14:10:14.398" v="7099" actId="47"/>
        <pc:sldMkLst>
          <pc:docMk/>
          <pc:sldMk cId="3007993226" sldId="414"/>
        </pc:sldMkLst>
        <pc:spChg chg="mod">
          <ac:chgData name="ניב קופולוביץ" userId="0206eb30-381d-44cb-b094-52bcb345d922" providerId="ADAL" clId="{1547E835-BBCB-40A8-833C-CD344E18650E}" dt="2024-04-25T11:55:26.098" v="5697" actId="20577"/>
          <ac:spMkLst>
            <pc:docMk/>
            <pc:sldMk cId="3007993226" sldId="414"/>
            <ac:spMk id="9" creationId="{B2237D34-49F2-8303-C080-A1F5EB967ED5}"/>
          </ac:spMkLst>
        </pc:spChg>
      </pc:sldChg>
      <pc:sldChg chg="add del">
        <pc:chgData name="ניב קופולוביץ" userId="0206eb30-381d-44cb-b094-52bcb345d922" providerId="ADAL" clId="{1547E835-BBCB-40A8-833C-CD344E18650E}" dt="2024-04-25T12:55:20.921" v="6303" actId="47"/>
        <pc:sldMkLst>
          <pc:docMk/>
          <pc:sldMk cId="3869416616" sldId="415"/>
        </pc:sldMkLst>
      </pc:sldChg>
      <pc:sldChg chg="modSp add mod">
        <pc:chgData name="ניב קופולוביץ" userId="0206eb30-381d-44cb-b094-52bcb345d922" providerId="ADAL" clId="{1547E835-BBCB-40A8-833C-CD344E18650E}" dt="2024-04-25T14:31:14.057" v="7619" actId="20577"/>
        <pc:sldMkLst>
          <pc:docMk/>
          <pc:sldMk cId="3942408619" sldId="415"/>
        </pc:sldMkLst>
        <pc:spChg chg="mod">
          <ac:chgData name="ניב קופולוביץ" userId="0206eb30-381d-44cb-b094-52bcb345d922" providerId="ADAL" clId="{1547E835-BBCB-40A8-833C-CD344E18650E}" dt="2024-04-25T14:31:14.057" v="7619" actId="20577"/>
          <ac:spMkLst>
            <pc:docMk/>
            <pc:sldMk cId="3942408619" sldId="415"/>
            <ac:spMk id="9" creationId="{3D198235-B3EC-4400-6030-699492EF7A5D}"/>
          </ac:spMkLst>
        </pc:spChg>
      </pc:sldChg>
      <pc:sldChg chg="addSp delSp modSp add del mod">
        <pc:chgData name="ניב קופולוביץ" userId="0206eb30-381d-44cb-b094-52bcb345d922" providerId="ADAL" clId="{1547E835-BBCB-40A8-833C-CD344E18650E}" dt="2024-04-25T14:18:40.387" v="7337" actId="2696"/>
        <pc:sldMkLst>
          <pc:docMk/>
          <pc:sldMk cId="54449206" sldId="416"/>
        </pc:sldMkLst>
        <pc:spChg chg="del mod">
          <ac:chgData name="ניב קופולוביץ" userId="0206eb30-381d-44cb-b094-52bcb345d922" providerId="ADAL" clId="{1547E835-BBCB-40A8-833C-CD344E18650E}" dt="2024-04-25T14:13:24.128" v="7114" actId="478"/>
          <ac:spMkLst>
            <pc:docMk/>
            <pc:sldMk cId="54449206" sldId="416"/>
            <ac:spMk id="2" creationId="{BF4F2C32-E81B-C407-683A-A15EC9497B27}"/>
          </ac:spMkLst>
        </pc:spChg>
        <pc:spChg chg="add mod">
          <ac:chgData name="ניב קופולוביץ" userId="0206eb30-381d-44cb-b094-52bcb345d922" providerId="ADAL" clId="{1547E835-BBCB-40A8-833C-CD344E18650E}" dt="2024-04-25T14:16:52.791" v="7312" actId="14100"/>
          <ac:spMkLst>
            <pc:docMk/>
            <pc:sldMk cId="54449206" sldId="416"/>
            <ac:spMk id="3" creationId="{C5CEF22E-E56D-A18C-8A3D-54F5F9F9DFBF}"/>
          </ac:spMkLst>
        </pc:spChg>
        <pc:spChg chg="add mod">
          <ac:chgData name="ניב קופולוביץ" userId="0206eb30-381d-44cb-b094-52bcb345d922" providerId="ADAL" clId="{1547E835-BBCB-40A8-833C-CD344E18650E}" dt="2024-04-25T14:13:22.009" v="7113"/>
          <ac:spMkLst>
            <pc:docMk/>
            <pc:sldMk cId="54449206" sldId="416"/>
            <ac:spMk id="5" creationId="{44174D6F-7F94-F3B3-D820-2644B85B1E44}"/>
          </ac:spMkLst>
        </pc:spChg>
        <pc:spChg chg="del">
          <ac:chgData name="ניב קופולוביץ" userId="0206eb30-381d-44cb-b094-52bcb345d922" providerId="ADAL" clId="{1547E835-BBCB-40A8-833C-CD344E18650E}" dt="2024-04-25T14:12:30.145" v="7111" actId="478"/>
          <ac:spMkLst>
            <pc:docMk/>
            <pc:sldMk cId="54449206" sldId="416"/>
            <ac:spMk id="8" creationId="{4BAB4B5C-C4D5-08CC-9D79-EF4BDE7115AF}"/>
          </ac:spMkLst>
        </pc:spChg>
        <pc:spChg chg="del">
          <ac:chgData name="ניב קופולוביץ" userId="0206eb30-381d-44cb-b094-52bcb345d922" providerId="ADAL" clId="{1547E835-BBCB-40A8-833C-CD344E18650E}" dt="2024-04-25T14:12:30.145" v="7111" actId="478"/>
          <ac:spMkLst>
            <pc:docMk/>
            <pc:sldMk cId="54449206" sldId="416"/>
            <ac:spMk id="11" creationId="{7B985965-2A13-FC8C-25E8-3B3C7437C7E9}"/>
          </ac:spMkLst>
        </pc:spChg>
        <pc:spChg chg="del">
          <ac:chgData name="ניב קופולוביץ" userId="0206eb30-381d-44cb-b094-52bcb345d922" providerId="ADAL" clId="{1547E835-BBCB-40A8-833C-CD344E18650E}" dt="2024-04-25T14:12:30.145" v="7111" actId="478"/>
          <ac:spMkLst>
            <pc:docMk/>
            <pc:sldMk cId="54449206" sldId="416"/>
            <ac:spMk id="12" creationId="{168E4772-C712-7A45-AE4F-6A9CB17F75B1}"/>
          </ac:spMkLst>
        </pc:spChg>
        <pc:picChg chg="add mod">
          <ac:chgData name="ניב קופולוביץ" userId="0206eb30-381d-44cb-b094-52bcb345d922" providerId="ADAL" clId="{1547E835-BBCB-40A8-833C-CD344E18650E}" dt="2024-04-25T14:13:22.009" v="7113"/>
          <ac:picMkLst>
            <pc:docMk/>
            <pc:sldMk cId="54449206" sldId="416"/>
            <ac:picMk id="4" creationId="{54ADE4B5-89FC-B465-E865-51C501DCCCC6}"/>
          </ac:picMkLst>
        </pc:picChg>
        <pc:picChg chg="del">
          <ac:chgData name="ניב קופולוביץ" userId="0206eb30-381d-44cb-b094-52bcb345d922" providerId="ADAL" clId="{1547E835-BBCB-40A8-833C-CD344E18650E}" dt="2024-04-25T14:12:30.145" v="7111" actId="478"/>
          <ac:picMkLst>
            <pc:docMk/>
            <pc:sldMk cId="54449206" sldId="416"/>
            <ac:picMk id="25" creationId="{ED5A88A3-7FBF-A109-AEBA-7EF27237F5E1}"/>
          </ac:picMkLst>
        </pc:picChg>
        <pc:picChg chg="del">
          <ac:chgData name="ניב קופולוביץ" userId="0206eb30-381d-44cb-b094-52bcb345d922" providerId="ADAL" clId="{1547E835-BBCB-40A8-833C-CD344E18650E}" dt="2024-04-25T14:12:30.145" v="7111" actId="478"/>
          <ac:picMkLst>
            <pc:docMk/>
            <pc:sldMk cId="54449206" sldId="416"/>
            <ac:picMk id="29" creationId="{1CAFCB59-3DA0-2C11-0F23-B63216CECC56}"/>
          </ac:picMkLst>
        </pc:picChg>
        <pc:picChg chg="del">
          <ac:chgData name="ניב קופולוביץ" userId="0206eb30-381d-44cb-b094-52bcb345d922" providerId="ADAL" clId="{1547E835-BBCB-40A8-833C-CD344E18650E}" dt="2024-04-25T14:12:30.145" v="7111" actId="478"/>
          <ac:picMkLst>
            <pc:docMk/>
            <pc:sldMk cId="54449206" sldId="416"/>
            <ac:picMk id="31" creationId="{E63F9785-965F-3F60-A0DD-07FAC2A1D7C8}"/>
          </ac:picMkLst>
        </pc:picChg>
      </pc:sldChg>
      <pc:sldChg chg="addSp delSp modSp add mod">
        <pc:chgData name="ניב קופולוביץ" userId="0206eb30-381d-44cb-b094-52bcb345d922" providerId="ADAL" clId="{1547E835-BBCB-40A8-833C-CD344E18650E}" dt="2024-04-26T13:32:34.560" v="9957" actId="20577"/>
        <pc:sldMkLst>
          <pc:docMk/>
          <pc:sldMk cId="1752270507" sldId="416"/>
        </pc:sldMkLst>
        <pc:spChg chg="mod">
          <ac:chgData name="ניב קופולוביץ" userId="0206eb30-381d-44cb-b094-52bcb345d922" providerId="ADAL" clId="{1547E835-BBCB-40A8-833C-CD344E18650E}" dt="2024-04-25T14:40:33.764" v="7703" actId="1035"/>
          <ac:spMkLst>
            <pc:docMk/>
            <pc:sldMk cId="1752270507" sldId="416"/>
            <ac:spMk id="8" creationId="{8F179FEC-5E8C-76B7-87DC-1FE04DC6AF92}"/>
          </ac:spMkLst>
        </pc:spChg>
        <pc:spChg chg="mod">
          <ac:chgData name="ניב קופולוביץ" userId="0206eb30-381d-44cb-b094-52bcb345d922" providerId="ADAL" clId="{1547E835-BBCB-40A8-833C-CD344E18650E}" dt="2024-04-25T14:42:06.935" v="7838" actId="20577"/>
          <ac:spMkLst>
            <pc:docMk/>
            <pc:sldMk cId="1752270507" sldId="416"/>
            <ac:spMk id="9" creationId="{3D198235-B3EC-4400-6030-699492EF7A5D}"/>
          </ac:spMkLst>
        </pc:spChg>
        <pc:spChg chg="mod">
          <ac:chgData name="ניב קופולוביץ" userId="0206eb30-381d-44cb-b094-52bcb345d922" providerId="ADAL" clId="{1547E835-BBCB-40A8-833C-CD344E18650E}" dt="2024-04-26T13:32:34.560" v="9957" actId="20577"/>
          <ac:spMkLst>
            <pc:docMk/>
            <pc:sldMk cId="1752270507" sldId="416"/>
            <ac:spMk id="10" creationId="{C3C7FCDD-44E6-4BDA-2CD5-921EA8A03DF0}"/>
          </ac:spMkLst>
        </pc:spChg>
        <pc:picChg chg="add mod">
          <ac:chgData name="ניב קופולוביץ" userId="0206eb30-381d-44cb-b094-52bcb345d922" providerId="ADAL" clId="{1547E835-BBCB-40A8-833C-CD344E18650E}" dt="2024-04-25T14:40:06.884" v="7689" actId="27614"/>
          <ac:picMkLst>
            <pc:docMk/>
            <pc:sldMk cId="1752270507" sldId="416"/>
            <ac:picMk id="3" creationId="{4121FF34-18CA-7508-69C9-FFA4E554A64C}"/>
          </ac:picMkLst>
        </pc:picChg>
        <pc:picChg chg="del">
          <ac:chgData name="ניב קופולוביץ" userId="0206eb30-381d-44cb-b094-52bcb345d922" providerId="ADAL" clId="{1547E835-BBCB-40A8-833C-CD344E18650E}" dt="2024-04-25T14:33:08.336" v="7648" actId="478"/>
          <ac:picMkLst>
            <pc:docMk/>
            <pc:sldMk cId="1752270507" sldId="416"/>
            <ac:picMk id="12" creationId="{45B0EFA8-8BA9-FDA7-6492-59B870B5C1A7}"/>
          </ac:picMkLst>
        </pc:picChg>
      </pc:sldChg>
      <pc:sldChg chg="addSp delSp modSp add del mod ord">
        <pc:chgData name="ניב קופולוביץ" userId="0206eb30-381d-44cb-b094-52bcb345d922" providerId="ADAL" clId="{1547E835-BBCB-40A8-833C-CD344E18650E}" dt="2024-04-25T14:04:39.597" v="7002" actId="47"/>
        <pc:sldMkLst>
          <pc:docMk/>
          <pc:sldMk cId="3563305036" sldId="416"/>
        </pc:sldMkLst>
        <pc:spChg chg="del">
          <ac:chgData name="ניב קופולוביץ" userId="0206eb30-381d-44cb-b094-52bcb345d922" providerId="ADAL" clId="{1547E835-BBCB-40A8-833C-CD344E18650E}" dt="2024-04-25T13:50:10.681" v="6807" actId="478"/>
          <ac:spMkLst>
            <pc:docMk/>
            <pc:sldMk cId="3563305036" sldId="416"/>
            <ac:spMk id="2" creationId="{BF4F2C32-E81B-C407-683A-A15EC9497B27}"/>
          </ac:spMkLst>
        </pc:spChg>
        <pc:spChg chg="add del mod">
          <ac:chgData name="ניב קופולוביץ" userId="0206eb30-381d-44cb-b094-52bcb345d922" providerId="ADAL" clId="{1547E835-BBCB-40A8-833C-CD344E18650E}" dt="2024-04-25T13:50:14.695" v="6811" actId="478"/>
          <ac:spMkLst>
            <pc:docMk/>
            <pc:sldMk cId="3563305036" sldId="416"/>
            <ac:spMk id="4" creationId="{199EE6B6-4643-0A51-5348-B2B201880D4C}"/>
          </ac:spMkLst>
        </pc:spChg>
        <pc:spChg chg="del">
          <ac:chgData name="ניב קופולוביץ" userId="0206eb30-381d-44cb-b094-52bcb345d922" providerId="ADAL" clId="{1547E835-BBCB-40A8-833C-CD344E18650E}" dt="2024-04-25T13:50:11.870" v="6808" actId="478"/>
          <ac:spMkLst>
            <pc:docMk/>
            <pc:sldMk cId="3563305036" sldId="416"/>
            <ac:spMk id="9" creationId="{3D198235-B3EC-4400-6030-699492EF7A5D}"/>
          </ac:spMkLst>
        </pc:spChg>
      </pc:sldChg>
      <pc:sldChg chg="addSp delSp modSp add mod">
        <pc:chgData name="ניב קופולוביץ" userId="0206eb30-381d-44cb-b094-52bcb345d922" providerId="ADAL" clId="{1547E835-BBCB-40A8-833C-CD344E18650E}" dt="2024-04-25T15:56:25.048" v="8425" actId="14100"/>
        <pc:sldMkLst>
          <pc:docMk/>
          <pc:sldMk cId="1958500295" sldId="417"/>
        </pc:sldMkLst>
        <pc:spChg chg="del">
          <ac:chgData name="ניב קופולוביץ" userId="0206eb30-381d-44cb-b094-52bcb345d922" providerId="ADAL" clId="{1547E835-BBCB-40A8-833C-CD344E18650E}" dt="2024-04-25T14:48:07.838" v="7938" actId="478"/>
          <ac:spMkLst>
            <pc:docMk/>
            <pc:sldMk cId="1958500295" sldId="417"/>
            <ac:spMk id="2" creationId="{BF4F2C32-E81B-C407-683A-A15EC9497B27}"/>
          </ac:spMkLst>
        </pc:spChg>
        <pc:spChg chg="del mod">
          <ac:chgData name="ניב קופולוביץ" userId="0206eb30-381d-44cb-b094-52bcb345d922" providerId="ADAL" clId="{1547E835-BBCB-40A8-833C-CD344E18650E}" dt="2024-04-25T14:59:27.516" v="8130" actId="478"/>
          <ac:spMkLst>
            <pc:docMk/>
            <pc:sldMk cId="1958500295" sldId="417"/>
            <ac:spMk id="8" creationId="{2EEE3CD3-DF6F-A69E-B06D-D7660982E403}"/>
          </ac:spMkLst>
        </pc:spChg>
        <pc:spChg chg="mod">
          <ac:chgData name="ניב קופולוביץ" userId="0206eb30-381d-44cb-b094-52bcb345d922" providerId="ADAL" clId="{1547E835-BBCB-40A8-833C-CD344E18650E}" dt="2024-04-25T14:58:38.367" v="8119" actId="20577"/>
          <ac:spMkLst>
            <pc:docMk/>
            <pc:sldMk cId="1958500295" sldId="417"/>
            <ac:spMk id="9" creationId="{3D198235-B3EC-4400-6030-699492EF7A5D}"/>
          </ac:spMkLst>
        </pc:spChg>
        <pc:spChg chg="del mod">
          <ac:chgData name="ניב קופולוביץ" userId="0206eb30-381d-44cb-b094-52bcb345d922" providerId="ADAL" clId="{1547E835-BBCB-40A8-833C-CD344E18650E}" dt="2024-04-25T14:58:58.883" v="8125" actId="478"/>
          <ac:spMkLst>
            <pc:docMk/>
            <pc:sldMk cId="1958500295" sldId="417"/>
            <ac:spMk id="10" creationId="{3098115A-A906-7406-A689-1EDBF257AEC9}"/>
          </ac:spMkLst>
        </pc:spChg>
        <pc:spChg chg="del mod">
          <ac:chgData name="ניב קופולוביץ" userId="0206eb30-381d-44cb-b094-52bcb345d922" providerId="ADAL" clId="{1547E835-BBCB-40A8-833C-CD344E18650E}" dt="2024-04-25T14:59:00.143" v="8127" actId="478"/>
          <ac:spMkLst>
            <pc:docMk/>
            <pc:sldMk cId="1958500295" sldId="417"/>
            <ac:spMk id="11" creationId="{48495ED4-8DFD-95B3-0355-87F4958B5702}"/>
          </ac:spMkLst>
        </pc:spChg>
        <pc:spChg chg="add mod">
          <ac:chgData name="ניב קופולוביץ" userId="0206eb30-381d-44cb-b094-52bcb345d922" providerId="ADAL" clId="{1547E835-BBCB-40A8-833C-CD344E18650E}" dt="2024-04-25T15:56:25.048" v="8425" actId="14100"/>
          <ac:spMkLst>
            <pc:docMk/>
            <pc:sldMk cId="1958500295" sldId="417"/>
            <ac:spMk id="13" creationId="{77BC6C89-8D39-A8D4-48B6-D4C8DC9F9F09}"/>
          </ac:spMkLst>
        </pc:spChg>
        <pc:spChg chg="mod">
          <ac:chgData name="ניב קופולוביץ" userId="0206eb30-381d-44cb-b094-52bcb345d922" providerId="ADAL" clId="{1547E835-BBCB-40A8-833C-CD344E18650E}" dt="2024-04-25T14:59:27.897" v="8131"/>
          <ac:spMkLst>
            <pc:docMk/>
            <pc:sldMk cId="1958500295" sldId="417"/>
            <ac:spMk id="16" creationId="{8E9A2957-8F58-D5BF-EFD2-21CF94ABF932}"/>
          </ac:spMkLst>
        </pc:spChg>
        <pc:spChg chg="mod">
          <ac:chgData name="ניב קופולוביץ" userId="0206eb30-381d-44cb-b094-52bcb345d922" providerId="ADAL" clId="{1547E835-BBCB-40A8-833C-CD344E18650E}" dt="2024-04-25T14:59:27.897" v="8131"/>
          <ac:spMkLst>
            <pc:docMk/>
            <pc:sldMk cId="1958500295" sldId="417"/>
            <ac:spMk id="19" creationId="{2CA8401E-CC9A-7430-EC51-68329146D0E3}"/>
          </ac:spMkLst>
        </pc:spChg>
        <pc:spChg chg="mod">
          <ac:chgData name="ניב קופולוביץ" userId="0206eb30-381d-44cb-b094-52bcb345d922" providerId="ADAL" clId="{1547E835-BBCB-40A8-833C-CD344E18650E}" dt="2024-04-25T15:02:58.828" v="8192" actId="1038"/>
          <ac:spMkLst>
            <pc:docMk/>
            <pc:sldMk cId="1958500295" sldId="417"/>
            <ac:spMk id="22" creationId="{AA6E71DE-7751-31B7-0454-19E57CA9BE1C}"/>
          </ac:spMkLst>
        </pc:spChg>
        <pc:spChg chg="mod">
          <ac:chgData name="ניב קופולוביץ" userId="0206eb30-381d-44cb-b094-52bcb345d922" providerId="ADAL" clId="{1547E835-BBCB-40A8-833C-CD344E18650E}" dt="2024-04-25T15:03:13.275" v="8207" actId="1037"/>
          <ac:spMkLst>
            <pc:docMk/>
            <pc:sldMk cId="1958500295" sldId="417"/>
            <ac:spMk id="25" creationId="{1D326475-5CAE-8C9E-C9B5-6D66CA1F87D9}"/>
          </ac:spMkLst>
        </pc:spChg>
        <pc:spChg chg="add del mod">
          <ac:chgData name="ניב קופולוביץ" userId="0206eb30-381d-44cb-b094-52bcb345d922" providerId="ADAL" clId="{1547E835-BBCB-40A8-833C-CD344E18650E}" dt="2024-04-25T15:02:33.282" v="8179" actId="478"/>
          <ac:spMkLst>
            <pc:docMk/>
            <pc:sldMk cId="1958500295" sldId="417"/>
            <ac:spMk id="26" creationId="{A76B66C6-2080-77D8-238A-5951D00E520F}"/>
          </ac:spMkLst>
        </pc:spChg>
        <pc:spChg chg="add del mod">
          <ac:chgData name="ניב קופולוביץ" userId="0206eb30-381d-44cb-b094-52bcb345d922" providerId="ADAL" clId="{1547E835-BBCB-40A8-833C-CD344E18650E}" dt="2024-04-25T15:02:35.958" v="8180" actId="478"/>
          <ac:spMkLst>
            <pc:docMk/>
            <pc:sldMk cId="1958500295" sldId="417"/>
            <ac:spMk id="27" creationId="{F47F3FA5-F7A2-5873-425A-F3E91F74F547}"/>
          </ac:spMkLst>
        </pc:spChg>
        <pc:grpChg chg="add del mod">
          <ac:chgData name="ניב קופולוביץ" userId="0206eb30-381d-44cb-b094-52bcb345d922" providerId="ADAL" clId="{1547E835-BBCB-40A8-833C-CD344E18650E}" dt="2024-04-25T15:02:33.282" v="8179" actId="478"/>
          <ac:grpSpMkLst>
            <pc:docMk/>
            <pc:sldMk cId="1958500295" sldId="417"/>
            <ac:grpSpMk id="14" creationId="{CCEF5C8D-E596-E83A-531F-076034CCF2F4}"/>
          </ac:grpSpMkLst>
        </pc:grpChg>
        <pc:grpChg chg="add del mod">
          <ac:chgData name="ניב קופולוביץ" userId="0206eb30-381d-44cb-b094-52bcb345d922" providerId="ADAL" clId="{1547E835-BBCB-40A8-833C-CD344E18650E}" dt="2024-04-25T15:02:35.958" v="8180" actId="478"/>
          <ac:grpSpMkLst>
            <pc:docMk/>
            <pc:sldMk cId="1958500295" sldId="417"/>
            <ac:grpSpMk id="17" creationId="{50B1BB76-528B-93EF-12A0-71A7F23157CA}"/>
          </ac:grpSpMkLst>
        </pc:grpChg>
        <pc:grpChg chg="add mod">
          <ac:chgData name="ניב קופולוביץ" userId="0206eb30-381d-44cb-b094-52bcb345d922" providerId="ADAL" clId="{1547E835-BBCB-40A8-833C-CD344E18650E}" dt="2024-04-25T15:03:35.898" v="8223" actId="1076"/>
          <ac:grpSpMkLst>
            <pc:docMk/>
            <pc:sldMk cId="1958500295" sldId="417"/>
            <ac:grpSpMk id="20" creationId="{40EE1801-4EAF-9C90-8801-5A81F4D993E2}"/>
          </ac:grpSpMkLst>
        </pc:grpChg>
        <pc:grpChg chg="add mod">
          <ac:chgData name="ניב קופולוביץ" userId="0206eb30-381d-44cb-b094-52bcb345d922" providerId="ADAL" clId="{1547E835-BBCB-40A8-833C-CD344E18650E}" dt="2024-04-25T15:03:38.250" v="8224" actId="1076"/>
          <ac:grpSpMkLst>
            <pc:docMk/>
            <pc:sldMk cId="1958500295" sldId="417"/>
            <ac:grpSpMk id="23" creationId="{D2B6BC75-EC26-4EAA-8E59-BB299A42CFDC}"/>
          </ac:grpSpMkLst>
        </pc:grpChg>
        <pc:picChg chg="add mod">
          <ac:chgData name="ניב קופולוביץ" userId="0206eb30-381d-44cb-b094-52bcb345d922" providerId="ADAL" clId="{1547E835-BBCB-40A8-833C-CD344E18650E}" dt="2024-04-25T14:45:49.379" v="7897" actId="1076"/>
          <ac:picMkLst>
            <pc:docMk/>
            <pc:sldMk cId="1958500295" sldId="417"/>
            <ac:picMk id="3" creationId="{7701954D-3D0F-B671-2C59-7F6C9FC76E9B}"/>
          </ac:picMkLst>
        </pc:picChg>
        <pc:picChg chg="add mod">
          <ac:chgData name="ניב קופולוביץ" userId="0206eb30-381d-44cb-b094-52bcb345d922" providerId="ADAL" clId="{1547E835-BBCB-40A8-833C-CD344E18650E}" dt="2024-04-25T14:45:49.379" v="7897" actId="1076"/>
          <ac:picMkLst>
            <pc:docMk/>
            <pc:sldMk cId="1958500295" sldId="417"/>
            <ac:picMk id="4" creationId="{43C91DBC-9CF7-4C12-EEE8-E97AE0C78974}"/>
          </ac:picMkLst>
        </pc:picChg>
        <pc:picChg chg="add del mod">
          <ac:chgData name="ניב קופולוביץ" userId="0206eb30-381d-44cb-b094-52bcb345d922" providerId="ADAL" clId="{1547E835-BBCB-40A8-833C-CD344E18650E}" dt="2024-04-25T14:58:59.267" v="8126" actId="478"/>
          <ac:picMkLst>
            <pc:docMk/>
            <pc:sldMk cId="1958500295" sldId="417"/>
            <ac:picMk id="5" creationId="{0038C186-5D9B-9141-9496-9C10FFFF9A01}"/>
          </ac:picMkLst>
        </pc:picChg>
        <pc:picChg chg="add del">
          <ac:chgData name="ניב קופולוביץ" userId="0206eb30-381d-44cb-b094-52bcb345d922" providerId="ADAL" clId="{1547E835-BBCB-40A8-833C-CD344E18650E}" dt="2024-04-25T14:46:08.123" v="7904" actId="478"/>
          <ac:picMkLst>
            <pc:docMk/>
            <pc:sldMk cId="1958500295" sldId="417"/>
            <ac:picMk id="6" creationId="{C17912DE-0C18-2763-0A32-A5043B942955}"/>
          </ac:picMkLst>
        </pc:picChg>
        <pc:picChg chg="add del">
          <ac:chgData name="ניב קופולוביץ" userId="0206eb30-381d-44cb-b094-52bcb345d922" providerId="ADAL" clId="{1547E835-BBCB-40A8-833C-CD344E18650E}" dt="2024-04-25T14:46:37.425" v="7919" actId="478"/>
          <ac:picMkLst>
            <pc:docMk/>
            <pc:sldMk cId="1958500295" sldId="417"/>
            <ac:picMk id="7" creationId="{5517A5E8-4BD9-710D-431F-B6F2864E51E0}"/>
          </ac:picMkLst>
        </pc:picChg>
        <pc:picChg chg="add del mod">
          <ac:chgData name="ניב קופולוביץ" userId="0206eb30-381d-44cb-b094-52bcb345d922" providerId="ADAL" clId="{1547E835-BBCB-40A8-833C-CD344E18650E}" dt="2024-04-25T14:58:57.746" v="8124" actId="478"/>
          <ac:picMkLst>
            <pc:docMk/>
            <pc:sldMk cId="1958500295" sldId="417"/>
            <ac:picMk id="12" creationId="{96DDA6BD-2FB9-4C55-FFB0-E87700E1DE75}"/>
          </ac:picMkLst>
        </pc:picChg>
        <pc:picChg chg="mod">
          <ac:chgData name="ניב קופולוביץ" userId="0206eb30-381d-44cb-b094-52bcb345d922" providerId="ADAL" clId="{1547E835-BBCB-40A8-833C-CD344E18650E}" dt="2024-04-25T14:59:27.897" v="8131"/>
          <ac:picMkLst>
            <pc:docMk/>
            <pc:sldMk cId="1958500295" sldId="417"/>
            <ac:picMk id="15" creationId="{5C3C5C9E-C075-DB90-B028-82220EB05633}"/>
          </ac:picMkLst>
        </pc:picChg>
        <pc:picChg chg="mod">
          <ac:chgData name="ניב קופולוביץ" userId="0206eb30-381d-44cb-b094-52bcb345d922" providerId="ADAL" clId="{1547E835-BBCB-40A8-833C-CD344E18650E}" dt="2024-04-25T14:59:27.897" v="8131"/>
          <ac:picMkLst>
            <pc:docMk/>
            <pc:sldMk cId="1958500295" sldId="417"/>
            <ac:picMk id="18" creationId="{FD597452-E21A-7BD6-9750-8B92A4F576CE}"/>
          </ac:picMkLst>
        </pc:picChg>
        <pc:picChg chg="mod">
          <ac:chgData name="ניב קופולוביץ" userId="0206eb30-381d-44cb-b094-52bcb345d922" providerId="ADAL" clId="{1547E835-BBCB-40A8-833C-CD344E18650E}" dt="2024-04-25T14:59:27.897" v="8131"/>
          <ac:picMkLst>
            <pc:docMk/>
            <pc:sldMk cId="1958500295" sldId="417"/>
            <ac:picMk id="21" creationId="{985CDB4E-8232-CCDB-A747-2F3E438349F2}"/>
          </ac:picMkLst>
        </pc:picChg>
        <pc:picChg chg="mod">
          <ac:chgData name="ניב קופולוביץ" userId="0206eb30-381d-44cb-b094-52bcb345d922" providerId="ADAL" clId="{1547E835-BBCB-40A8-833C-CD344E18650E}" dt="2024-04-25T14:59:27.897" v="8131"/>
          <ac:picMkLst>
            <pc:docMk/>
            <pc:sldMk cId="1958500295" sldId="417"/>
            <ac:picMk id="24" creationId="{A8A4593B-B7E3-B7A2-7C48-1331DE837A9A}"/>
          </ac:picMkLst>
        </pc:picChg>
      </pc:sldChg>
      <pc:sldChg chg="addSp delSp modSp add del mod">
        <pc:chgData name="ניב קופולוביץ" userId="0206eb30-381d-44cb-b094-52bcb345d922" providerId="ADAL" clId="{1547E835-BBCB-40A8-833C-CD344E18650E}" dt="2024-04-25T14:57:44.742" v="8116" actId="2696"/>
        <pc:sldMkLst>
          <pc:docMk/>
          <pc:sldMk cId="1211067522" sldId="418"/>
        </pc:sldMkLst>
        <pc:picChg chg="add mod">
          <ac:chgData name="ניב קופולוביץ" userId="0206eb30-381d-44cb-b094-52bcb345d922" providerId="ADAL" clId="{1547E835-BBCB-40A8-833C-CD344E18650E}" dt="2024-04-25T14:53:45.217" v="8067" actId="1076"/>
          <ac:picMkLst>
            <pc:docMk/>
            <pc:sldMk cId="1211067522" sldId="418"/>
            <ac:picMk id="2" creationId="{65CCD5B0-5154-0BCA-4CBD-FD9ED4E9F3F8}"/>
          </ac:picMkLst>
        </pc:picChg>
        <pc:picChg chg="del">
          <ac:chgData name="ניב קופולוביץ" userId="0206eb30-381d-44cb-b094-52bcb345d922" providerId="ADAL" clId="{1547E835-BBCB-40A8-833C-CD344E18650E}" dt="2024-04-25T14:53:35.251" v="8064" actId="478"/>
          <ac:picMkLst>
            <pc:docMk/>
            <pc:sldMk cId="1211067522" sldId="418"/>
            <ac:picMk id="3" creationId="{41833B60-86BD-7232-2C05-534DC4CD6C12}"/>
          </ac:picMkLst>
        </pc:picChg>
        <pc:picChg chg="add mod">
          <ac:chgData name="ניב קופולוביץ" userId="0206eb30-381d-44cb-b094-52bcb345d922" providerId="ADAL" clId="{1547E835-BBCB-40A8-833C-CD344E18650E}" dt="2024-04-25T14:53:45.217" v="8067" actId="1076"/>
          <ac:picMkLst>
            <pc:docMk/>
            <pc:sldMk cId="1211067522" sldId="418"/>
            <ac:picMk id="4" creationId="{8481FF9A-A4EF-393E-1D21-465B0F5EEBE7}"/>
          </ac:picMkLst>
        </pc:picChg>
        <pc:picChg chg="del">
          <ac:chgData name="ניב קופולוביץ" userId="0206eb30-381d-44cb-b094-52bcb345d922" providerId="ADAL" clId="{1547E835-BBCB-40A8-833C-CD344E18650E}" dt="2024-04-25T14:53:34.280" v="8063" actId="478"/>
          <ac:picMkLst>
            <pc:docMk/>
            <pc:sldMk cId="1211067522" sldId="418"/>
            <ac:picMk id="6" creationId="{C17912DE-0C18-2763-0A32-A5043B942955}"/>
          </ac:picMkLst>
        </pc:picChg>
      </pc:sldChg>
      <pc:sldChg chg="addSp delSp modSp add mod">
        <pc:chgData name="ניב קופולוביץ" userId="0206eb30-381d-44cb-b094-52bcb345d922" providerId="ADAL" clId="{1547E835-BBCB-40A8-833C-CD344E18650E}" dt="2024-04-25T15:50:46.364" v="8367" actId="1076"/>
        <pc:sldMkLst>
          <pc:docMk/>
          <pc:sldMk cId="3281624663" sldId="419"/>
        </pc:sldMkLst>
        <pc:spChg chg="mod">
          <ac:chgData name="ניב קופולוביץ" userId="0206eb30-381d-44cb-b094-52bcb345d922" providerId="ADAL" clId="{1547E835-BBCB-40A8-833C-CD344E18650E}" dt="2024-04-25T15:50:46.364" v="8367" actId="1076"/>
          <ac:spMkLst>
            <pc:docMk/>
            <pc:sldMk cId="3281624663" sldId="419"/>
            <ac:spMk id="2" creationId="{BF4F2C32-E81B-C407-683A-A15EC9497B27}"/>
          </ac:spMkLst>
        </pc:spChg>
        <pc:spChg chg="mod">
          <ac:chgData name="ניב קופולוביץ" userId="0206eb30-381d-44cb-b094-52bcb345d922" providerId="ADAL" clId="{1547E835-BBCB-40A8-833C-CD344E18650E}" dt="2024-04-25T15:50:29.546" v="8354" actId="20577"/>
          <ac:spMkLst>
            <pc:docMk/>
            <pc:sldMk cId="3281624663" sldId="419"/>
            <ac:spMk id="5" creationId="{39B37682-70EC-2254-5A8C-2736D94E9869}"/>
          </ac:spMkLst>
        </pc:spChg>
        <pc:spChg chg="mod">
          <ac:chgData name="ניב קופולוביץ" userId="0206eb30-381d-44cb-b094-52bcb345d922" providerId="ADAL" clId="{1547E835-BBCB-40A8-833C-CD344E18650E}" dt="2024-04-25T15:50:31.166" v="8356" actId="20577"/>
          <ac:spMkLst>
            <pc:docMk/>
            <pc:sldMk cId="3281624663" sldId="419"/>
            <ac:spMk id="8" creationId="{302CABD1-F6EA-071F-D0D7-142A18B7AE05}"/>
          </ac:spMkLst>
        </pc:spChg>
        <pc:spChg chg="mod">
          <ac:chgData name="ניב קופולוביץ" userId="0206eb30-381d-44cb-b094-52bcb345d922" providerId="ADAL" clId="{1547E835-BBCB-40A8-833C-CD344E18650E}" dt="2024-04-25T14:58:43.294" v="8122" actId="20577"/>
          <ac:spMkLst>
            <pc:docMk/>
            <pc:sldMk cId="3281624663" sldId="419"/>
            <ac:spMk id="9" creationId="{3D198235-B3EC-4400-6030-699492EF7A5D}"/>
          </ac:spMkLst>
        </pc:spChg>
        <pc:spChg chg="del">
          <ac:chgData name="ניב קופולוביץ" userId="0206eb30-381d-44cb-b094-52bcb345d922" providerId="ADAL" clId="{1547E835-BBCB-40A8-833C-CD344E18650E}" dt="2024-04-25T15:38:48.321" v="8245" actId="478"/>
          <ac:spMkLst>
            <pc:docMk/>
            <pc:sldMk cId="3281624663" sldId="419"/>
            <ac:spMk id="10" creationId="{DF8BD1EE-AE08-125A-7002-1211B69746C2}"/>
          </ac:spMkLst>
        </pc:spChg>
        <pc:picChg chg="add del mod">
          <ac:chgData name="ניב קופולוביץ" userId="0206eb30-381d-44cb-b094-52bcb345d922" providerId="ADAL" clId="{1547E835-BBCB-40A8-833C-CD344E18650E}" dt="2024-04-25T15:38:46.298" v="8244" actId="478"/>
          <ac:picMkLst>
            <pc:docMk/>
            <pc:sldMk cId="3281624663" sldId="419"/>
            <ac:picMk id="4" creationId="{D281FC8F-2B98-7CCC-6587-D81F68A4CB81}"/>
          </ac:picMkLst>
        </pc:picChg>
        <pc:picChg chg="add del">
          <ac:chgData name="ניב קופולוביץ" userId="0206eb30-381d-44cb-b094-52bcb345d922" providerId="ADAL" clId="{1547E835-BBCB-40A8-833C-CD344E18650E}" dt="2024-04-25T15:48:52.849" v="8335" actId="478"/>
          <ac:picMkLst>
            <pc:docMk/>
            <pc:sldMk cId="3281624663" sldId="419"/>
            <ac:picMk id="7" creationId="{09F3B571-F649-AFF3-551F-A68E790FF519}"/>
          </ac:picMkLst>
        </pc:picChg>
        <pc:picChg chg="add mod">
          <ac:chgData name="ניב קופולוביץ" userId="0206eb30-381d-44cb-b094-52bcb345d922" providerId="ADAL" clId="{1547E835-BBCB-40A8-833C-CD344E18650E}" dt="2024-04-25T15:48:40.948" v="8325"/>
          <ac:picMkLst>
            <pc:docMk/>
            <pc:sldMk cId="3281624663" sldId="419"/>
            <ac:picMk id="11" creationId="{44B33CC5-0575-6D43-B62C-803076349370}"/>
          </ac:picMkLst>
        </pc:picChg>
        <pc:picChg chg="add del">
          <ac:chgData name="ניב קופולוביץ" userId="0206eb30-381d-44cb-b094-52bcb345d922" providerId="ADAL" clId="{1547E835-BBCB-40A8-833C-CD344E18650E}" dt="2024-04-25T15:48:49.082" v="8333" actId="478"/>
          <ac:picMkLst>
            <pc:docMk/>
            <pc:sldMk cId="3281624663" sldId="419"/>
            <ac:picMk id="12" creationId="{03019AC2-E1F2-DD99-86C7-FF859EA697F7}"/>
          </ac:picMkLst>
        </pc:picChg>
        <pc:picChg chg="add mod">
          <ac:chgData name="ניב קופולוביץ" userId="0206eb30-381d-44cb-b094-52bcb345d922" providerId="ADAL" clId="{1547E835-BBCB-40A8-833C-CD344E18650E}" dt="2024-04-25T15:50:13.749" v="8351" actId="1076"/>
          <ac:picMkLst>
            <pc:docMk/>
            <pc:sldMk cId="3281624663" sldId="419"/>
            <ac:picMk id="14" creationId="{D3B404C4-08A1-D22E-EF14-C4FFDB10BACF}"/>
          </ac:picMkLst>
        </pc:picChg>
        <pc:picChg chg="add mod">
          <ac:chgData name="ניב קופולוביץ" userId="0206eb30-381d-44cb-b094-52bcb345d922" providerId="ADAL" clId="{1547E835-BBCB-40A8-833C-CD344E18650E}" dt="2024-04-25T15:50:17.343" v="8352" actId="1076"/>
          <ac:picMkLst>
            <pc:docMk/>
            <pc:sldMk cId="3281624663" sldId="419"/>
            <ac:picMk id="16" creationId="{33167F01-485C-A61E-6E5E-9DDEF84BB1D0}"/>
          </ac:picMkLst>
        </pc:picChg>
        <pc:picChg chg="del">
          <ac:chgData name="ניב קופולוביץ" userId="0206eb30-381d-44cb-b094-52bcb345d922" providerId="ADAL" clId="{1547E835-BBCB-40A8-833C-CD344E18650E}" dt="2024-04-25T15:27:02.610" v="8226" actId="478"/>
          <ac:picMkLst>
            <pc:docMk/>
            <pc:sldMk cId="3281624663" sldId="419"/>
            <ac:picMk id="33" creationId="{8DA2CC29-8665-6B2E-FB44-BFD306D6E736}"/>
          </ac:picMkLst>
        </pc:picChg>
      </pc:sldChg>
      <pc:sldChg chg="addSp delSp modSp add mod">
        <pc:chgData name="ניב קופולוביץ" userId="0206eb30-381d-44cb-b094-52bcb345d922" providerId="ADAL" clId="{1547E835-BBCB-40A8-833C-CD344E18650E}" dt="2024-04-26T13:43:00.632" v="10028" actId="20577"/>
        <pc:sldMkLst>
          <pc:docMk/>
          <pc:sldMk cId="3843944302" sldId="420"/>
        </pc:sldMkLst>
        <pc:spChg chg="mod">
          <ac:chgData name="ניב קופולוביץ" userId="0206eb30-381d-44cb-b094-52bcb345d922" providerId="ADAL" clId="{1547E835-BBCB-40A8-833C-CD344E18650E}" dt="2024-04-25T16:05:25.298" v="8593" actId="20577"/>
          <ac:spMkLst>
            <pc:docMk/>
            <pc:sldMk cId="3843944302" sldId="420"/>
            <ac:spMk id="2" creationId="{BF4F2C32-E81B-C407-683A-A15EC9497B27}"/>
          </ac:spMkLst>
        </pc:spChg>
        <pc:spChg chg="add mod">
          <ac:chgData name="ניב קופולוביץ" userId="0206eb30-381d-44cb-b094-52bcb345d922" providerId="ADAL" clId="{1547E835-BBCB-40A8-833C-CD344E18650E}" dt="2024-04-25T16:05:15.470" v="8585" actId="20577"/>
          <ac:spMkLst>
            <pc:docMk/>
            <pc:sldMk cId="3843944302" sldId="420"/>
            <ac:spMk id="3" creationId="{9C2FC1C5-C250-664B-A8EB-7A3009D64313}"/>
          </ac:spMkLst>
        </pc:spChg>
        <pc:spChg chg="add mod">
          <ac:chgData name="ניב קופולוביץ" userId="0206eb30-381d-44cb-b094-52bcb345d922" providerId="ADAL" clId="{1547E835-BBCB-40A8-833C-CD344E18650E}" dt="2024-04-26T13:43:00.632" v="10028" actId="20577"/>
          <ac:spMkLst>
            <pc:docMk/>
            <pc:sldMk cId="3843944302" sldId="420"/>
            <ac:spMk id="4" creationId="{0C899741-C17B-3B86-57CC-38DFD2C39748}"/>
          </ac:spMkLst>
        </pc:spChg>
        <pc:spChg chg="del">
          <ac:chgData name="ניב קופולוביץ" userId="0206eb30-381d-44cb-b094-52bcb345d922" providerId="ADAL" clId="{1547E835-BBCB-40A8-833C-CD344E18650E}" dt="2024-04-25T16:00:00.309" v="8536" actId="478"/>
          <ac:spMkLst>
            <pc:docMk/>
            <pc:sldMk cId="3843944302" sldId="420"/>
            <ac:spMk id="6" creationId="{5D41E3A2-6BDE-25E0-A4E0-7EE6693149CD}"/>
          </ac:spMkLst>
        </pc:spChg>
        <pc:spChg chg="del">
          <ac:chgData name="ניב קופולוביץ" userId="0206eb30-381d-44cb-b094-52bcb345d922" providerId="ADAL" clId="{1547E835-BBCB-40A8-833C-CD344E18650E}" dt="2024-04-25T16:00:00.309" v="8536" actId="478"/>
          <ac:spMkLst>
            <pc:docMk/>
            <pc:sldMk cId="3843944302" sldId="420"/>
            <ac:spMk id="8" creationId="{FF060A5C-668B-6861-9083-4CBCDA44CCE1}"/>
          </ac:spMkLst>
        </pc:spChg>
        <pc:spChg chg="mod">
          <ac:chgData name="ניב קופולוביץ" userId="0206eb30-381d-44cb-b094-52bcb345d922" providerId="ADAL" clId="{1547E835-BBCB-40A8-833C-CD344E18650E}" dt="2024-04-25T16:04:02.249" v="8580" actId="20577"/>
          <ac:spMkLst>
            <pc:docMk/>
            <pc:sldMk cId="3843944302" sldId="420"/>
            <ac:spMk id="9" creationId="{3D198235-B3EC-4400-6030-699492EF7A5D}"/>
          </ac:spMkLst>
        </pc:spChg>
        <pc:picChg chg="del">
          <ac:chgData name="ניב קופולוביץ" userId="0206eb30-381d-44cb-b094-52bcb345d922" providerId="ADAL" clId="{1547E835-BBCB-40A8-833C-CD344E18650E}" dt="2024-04-25T15:59:44.855" v="8531" actId="478"/>
          <ac:picMkLst>
            <pc:docMk/>
            <pc:sldMk cId="3843944302" sldId="420"/>
            <ac:picMk id="5" creationId="{CAD6077C-CE7F-BA6D-23F8-D6A350360D3A}"/>
          </ac:picMkLst>
        </pc:picChg>
        <pc:picChg chg="del">
          <ac:chgData name="ניב קופולוביץ" userId="0206eb30-381d-44cb-b094-52bcb345d922" providerId="ADAL" clId="{1547E835-BBCB-40A8-833C-CD344E18650E}" dt="2024-04-25T15:59:45.617" v="8532" actId="478"/>
          <ac:picMkLst>
            <pc:docMk/>
            <pc:sldMk cId="3843944302" sldId="420"/>
            <ac:picMk id="7" creationId="{B063FA29-1FC2-F38D-BF06-1185CBE5FE1A}"/>
          </ac:picMkLst>
        </pc:picChg>
        <pc:picChg chg="add mod">
          <ac:chgData name="ניב קופולוביץ" userId="0206eb30-381d-44cb-b094-52bcb345d922" providerId="ADAL" clId="{1547E835-BBCB-40A8-833C-CD344E18650E}" dt="2024-04-25T16:00:01.210" v="8537"/>
          <ac:picMkLst>
            <pc:docMk/>
            <pc:sldMk cId="3843944302" sldId="420"/>
            <ac:picMk id="10" creationId="{BE3433EC-8F16-9EEE-1FAA-2BA0EC45ECB7}"/>
          </ac:picMkLst>
        </pc:picChg>
        <pc:picChg chg="add del mod">
          <ac:chgData name="ניב קופולוביץ" userId="0206eb30-381d-44cb-b094-52bcb345d922" providerId="ADAL" clId="{1547E835-BBCB-40A8-833C-CD344E18650E}" dt="2024-04-25T16:00:05.861" v="8538" actId="478"/>
          <ac:picMkLst>
            <pc:docMk/>
            <pc:sldMk cId="3843944302" sldId="420"/>
            <ac:picMk id="11" creationId="{D2FC2999-E14D-0C98-C780-A38F7699B285}"/>
          </ac:picMkLst>
        </pc:picChg>
        <pc:picChg chg="add mod">
          <ac:chgData name="ניב קופולוביץ" userId="0206eb30-381d-44cb-b094-52bcb345d922" providerId="ADAL" clId="{1547E835-BBCB-40A8-833C-CD344E18650E}" dt="2024-04-25T16:01:49.436" v="8548" actId="1076"/>
          <ac:picMkLst>
            <pc:docMk/>
            <pc:sldMk cId="3843944302" sldId="420"/>
            <ac:picMk id="12" creationId="{7D9D6A15-A9FA-C8BD-00C1-0942884BE00A}"/>
          </ac:picMkLst>
        </pc:picChg>
      </pc:sldChg>
      <pc:sldChg chg="addSp delSp modSp add mod">
        <pc:chgData name="ניב קופולוביץ" userId="0206eb30-381d-44cb-b094-52bcb345d922" providerId="ADAL" clId="{1547E835-BBCB-40A8-833C-CD344E18650E}" dt="2024-04-25T16:04:04.385" v="8581" actId="20577"/>
        <pc:sldMkLst>
          <pc:docMk/>
          <pc:sldMk cId="658180083" sldId="421"/>
        </pc:sldMkLst>
        <pc:spChg chg="add mod">
          <ac:chgData name="ניב קופולוביץ" userId="0206eb30-381d-44cb-b094-52bcb345d922" providerId="ADAL" clId="{1547E835-BBCB-40A8-833C-CD344E18650E}" dt="2024-04-25T15:54:00.003" v="8393" actId="1076"/>
          <ac:spMkLst>
            <pc:docMk/>
            <pc:sldMk cId="658180083" sldId="421"/>
            <ac:spMk id="2" creationId="{B6D05F11-B07E-049F-4FFC-C6A01DAACFC7}"/>
          </ac:spMkLst>
        </pc:spChg>
        <pc:spChg chg="mod">
          <ac:chgData name="ניב קופולוביץ" userId="0206eb30-381d-44cb-b094-52bcb345d922" providerId="ADAL" clId="{1547E835-BBCB-40A8-833C-CD344E18650E}" dt="2024-04-25T16:04:04.385" v="8581" actId="20577"/>
          <ac:spMkLst>
            <pc:docMk/>
            <pc:sldMk cId="658180083" sldId="421"/>
            <ac:spMk id="9" creationId="{3D198235-B3EC-4400-6030-699492EF7A5D}"/>
          </ac:spMkLst>
        </pc:spChg>
        <pc:spChg chg="mod">
          <ac:chgData name="ניב קופולוביץ" userId="0206eb30-381d-44cb-b094-52bcb345d922" providerId="ADAL" clId="{1547E835-BBCB-40A8-833C-CD344E18650E}" dt="2024-04-25T15:57:00.441" v="8476" actId="14100"/>
          <ac:spMkLst>
            <pc:docMk/>
            <pc:sldMk cId="658180083" sldId="421"/>
            <ac:spMk id="27" creationId="{C57DDD37-50DE-6020-E4E7-F6B64148A383}"/>
          </ac:spMkLst>
        </pc:spChg>
        <pc:spChg chg="mod">
          <ac:chgData name="ניב קופולוביץ" userId="0206eb30-381d-44cb-b094-52bcb345d922" providerId="ADAL" clId="{1547E835-BBCB-40A8-833C-CD344E18650E}" dt="2024-04-25T15:54:02.690" v="8394" actId="1076"/>
          <ac:spMkLst>
            <pc:docMk/>
            <pc:sldMk cId="658180083" sldId="421"/>
            <ac:spMk id="28" creationId="{226B4BB7-B7E8-1C68-C2DA-AEBB9E1D6332}"/>
          </ac:spMkLst>
        </pc:spChg>
        <pc:spChg chg="del">
          <ac:chgData name="ניב קופולוביץ" userId="0206eb30-381d-44cb-b094-52bcb345d922" providerId="ADAL" clId="{1547E835-BBCB-40A8-833C-CD344E18650E}" dt="2024-04-25T15:54:15.552" v="8396" actId="478"/>
          <ac:spMkLst>
            <pc:docMk/>
            <pc:sldMk cId="658180083" sldId="421"/>
            <ac:spMk id="30" creationId="{9862CC4B-AFB2-3C59-EE1D-32519F8E3CC2}"/>
          </ac:spMkLst>
        </pc:spChg>
      </pc:sldChg>
      <pc:sldChg chg="modSp add del mod">
        <pc:chgData name="ניב קופולוביץ" userId="0206eb30-381d-44cb-b094-52bcb345d922" providerId="ADAL" clId="{1547E835-BBCB-40A8-833C-CD344E18650E}" dt="2024-04-25T15:54:12.191" v="8395" actId="47"/>
        <pc:sldMkLst>
          <pc:docMk/>
          <pc:sldMk cId="2543688950" sldId="422"/>
        </pc:sldMkLst>
        <pc:spChg chg="mod">
          <ac:chgData name="ניב קופולוביץ" userId="0206eb30-381d-44cb-b094-52bcb345d922" providerId="ADAL" clId="{1547E835-BBCB-40A8-833C-CD344E18650E}" dt="2024-04-25T15:53:55.089" v="8391" actId="14100"/>
          <ac:spMkLst>
            <pc:docMk/>
            <pc:sldMk cId="2543688950" sldId="422"/>
            <ac:spMk id="28" creationId="{226B4BB7-B7E8-1C68-C2DA-AEBB9E1D6332}"/>
          </ac:spMkLst>
        </pc:spChg>
      </pc:sldChg>
      <pc:sldChg chg="addSp delSp modSp add mod">
        <pc:chgData name="ניב קופולוביץ" userId="0206eb30-381d-44cb-b094-52bcb345d922" providerId="ADAL" clId="{1547E835-BBCB-40A8-833C-CD344E18650E}" dt="2024-04-25T16:05:58.762" v="8608" actId="20577"/>
        <pc:sldMkLst>
          <pc:docMk/>
          <pc:sldMk cId="2659279382" sldId="423"/>
        </pc:sldMkLst>
        <pc:spChg chg="mod">
          <ac:chgData name="ניב קופולוביץ" userId="0206eb30-381d-44cb-b094-52bcb345d922" providerId="ADAL" clId="{1547E835-BBCB-40A8-833C-CD344E18650E}" dt="2024-04-25T16:05:58.762" v="8608" actId="20577"/>
          <ac:spMkLst>
            <pc:docMk/>
            <pc:sldMk cId="2659279382" sldId="423"/>
            <ac:spMk id="2" creationId="{BF4F2C32-E81B-C407-683A-A15EC9497B27}"/>
          </ac:spMkLst>
        </pc:spChg>
        <pc:spChg chg="mod">
          <ac:chgData name="ניב קופולוביץ" userId="0206eb30-381d-44cb-b094-52bcb345d922" providerId="ADAL" clId="{1547E835-BBCB-40A8-833C-CD344E18650E}" dt="2024-04-25T16:05:41.025" v="8595" actId="20577"/>
          <ac:spMkLst>
            <pc:docMk/>
            <pc:sldMk cId="2659279382" sldId="423"/>
            <ac:spMk id="8" creationId="{4BAB4B5C-C4D5-08CC-9D79-EF4BDE7115AF}"/>
          </ac:spMkLst>
        </pc:spChg>
        <pc:spChg chg="mod">
          <ac:chgData name="ניב קופולוביץ" userId="0206eb30-381d-44cb-b094-52bcb345d922" providerId="ADAL" clId="{1547E835-BBCB-40A8-833C-CD344E18650E}" dt="2024-04-25T16:04:06.014" v="8582" actId="20577"/>
          <ac:spMkLst>
            <pc:docMk/>
            <pc:sldMk cId="2659279382" sldId="423"/>
            <ac:spMk id="9" creationId="{3D198235-B3EC-4400-6030-699492EF7A5D}"/>
          </ac:spMkLst>
        </pc:spChg>
        <pc:spChg chg="mod">
          <ac:chgData name="ניב קופולוביץ" userId="0206eb30-381d-44cb-b094-52bcb345d922" providerId="ADAL" clId="{1547E835-BBCB-40A8-833C-CD344E18650E}" dt="2024-04-25T16:05:42.609" v="8597" actId="20577"/>
          <ac:spMkLst>
            <pc:docMk/>
            <pc:sldMk cId="2659279382" sldId="423"/>
            <ac:spMk id="11" creationId="{7B985965-2A13-FC8C-25E8-3B3C7437C7E9}"/>
          </ac:spMkLst>
        </pc:spChg>
        <pc:spChg chg="del">
          <ac:chgData name="ניב קופולוביץ" userId="0206eb30-381d-44cb-b094-52bcb345d922" providerId="ADAL" clId="{1547E835-BBCB-40A8-833C-CD344E18650E}" dt="2024-04-25T15:57:19.031" v="8479" actId="478"/>
          <ac:spMkLst>
            <pc:docMk/>
            <pc:sldMk cId="2659279382" sldId="423"/>
            <ac:spMk id="12" creationId="{168E4772-C712-7A45-AE4F-6A9CB17F75B1}"/>
          </ac:spMkLst>
        </pc:spChg>
        <pc:picChg chg="add mod">
          <ac:chgData name="ניב קופולוביץ" userId="0206eb30-381d-44cb-b094-52bcb345d922" providerId="ADAL" clId="{1547E835-BBCB-40A8-833C-CD344E18650E}" dt="2024-04-25T15:59:27.107" v="8523" actId="1076"/>
          <ac:picMkLst>
            <pc:docMk/>
            <pc:sldMk cId="2659279382" sldId="423"/>
            <ac:picMk id="4" creationId="{3D78DD22-9575-35ED-156F-67CDD87D39E3}"/>
          </ac:picMkLst>
        </pc:picChg>
        <pc:picChg chg="add del">
          <ac:chgData name="ניב קופולוביץ" userId="0206eb30-381d-44cb-b094-52bcb345d922" providerId="ADAL" clId="{1547E835-BBCB-40A8-833C-CD344E18650E}" dt="2024-04-25T15:59:01.470" v="8513" actId="22"/>
          <ac:picMkLst>
            <pc:docMk/>
            <pc:sldMk cId="2659279382" sldId="423"/>
            <ac:picMk id="6" creationId="{D4B19401-2068-0EE8-8CC1-E02B190A92ED}"/>
          </ac:picMkLst>
        </pc:picChg>
        <pc:picChg chg="add mod">
          <ac:chgData name="ניב קופולוביץ" userId="0206eb30-381d-44cb-b094-52bcb345d922" providerId="ADAL" clId="{1547E835-BBCB-40A8-833C-CD344E18650E}" dt="2024-04-25T15:59:18.165" v="8520" actId="1076"/>
          <ac:picMkLst>
            <pc:docMk/>
            <pc:sldMk cId="2659279382" sldId="423"/>
            <ac:picMk id="10" creationId="{1BA30C2B-079D-CCD7-FEE0-1F0FEF08BABD}"/>
          </ac:picMkLst>
        </pc:picChg>
        <pc:picChg chg="del">
          <ac:chgData name="ניב קופולוביץ" userId="0206eb30-381d-44cb-b094-52bcb345d922" providerId="ADAL" clId="{1547E835-BBCB-40A8-833C-CD344E18650E}" dt="2024-04-25T15:57:18.120" v="8478" actId="478"/>
          <ac:picMkLst>
            <pc:docMk/>
            <pc:sldMk cId="2659279382" sldId="423"/>
            <ac:picMk id="25" creationId="{ED5A88A3-7FBF-A109-AEBA-7EF27237F5E1}"/>
          </ac:picMkLst>
        </pc:picChg>
        <pc:picChg chg="del">
          <ac:chgData name="ניב קופולוביץ" userId="0206eb30-381d-44cb-b094-52bcb345d922" providerId="ADAL" clId="{1547E835-BBCB-40A8-833C-CD344E18650E}" dt="2024-04-25T15:58:48.262" v="8508" actId="478"/>
          <ac:picMkLst>
            <pc:docMk/>
            <pc:sldMk cId="2659279382" sldId="423"/>
            <ac:picMk id="29" creationId="{1CAFCB59-3DA0-2C11-0F23-B63216CECC56}"/>
          </ac:picMkLst>
        </pc:picChg>
        <pc:picChg chg="del">
          <ac:chgData name="ניב קופולוביץ" userId="0206eb30-381d-44cb-b094-52bcb345d922" providerId="ADAL" clId="{1547E835-BBCB-40A8-833C-CD344E18650E}" dt="2024-04-25T15:59:23.697" v="8522" actId="478"/>
          <ac:picMkLst>
            <pc:docMk/>
            <pc:sldMk cId="2659279382" sldId="423"/>
            <ac:picMk id="31" creationId="{E63F9785-965F-3F60-A0DD-07FAC2A1D7C8}"/>
          </ac:picMkLst>
        </pc:picChg>
      </pc:sldChg>
      <pc:sldChg chg="modSp add mod">
        <pc:chgData name="ניב קופולוביץ" userId="0206eb30-381d-44cb-b094-52bcb345d922" providerId="ADAL" clId="{1547E835-BBCB-40A8-833C-CD344E18650E}" dt="2024-04-25T16:05:00.624" v="8583" actId="20577"/>
        <pc:sldMkLst>
          <pc:docMk/>
          <pc:sldMk cId="2540171343" sldId="424"/>
        </pc:sldMkLst>
        <pc:spChg chg="mod">
          <ac:chgData name="ניב קופולוביץ" userId="0206eb30-381d-44cb-b094-52bcb345d922" providerId="ADAL" clId="{1547E835-BBCB-40A8-833C-CD344E18650E}" dt="2024-04-25T15:57:43.909" v="8497" actId="14100"/>
          <ac:spMkLst>
            <pc:docMk/>
            <pc:sldMk cId="2540171343" sldId="424"/>
            <ac:spMk id="2" creationId="{BF4F2C32-E81B-C407-683A-A15EC9497B27}"/>
          </ac:spMkLst>
        </pc:spChg>
        <pc:spChg chg="mod">
          <ac:chgData name="ניב קופולוביץ" userId="0206eb30-381d-44cb-b094-52bcb345d922" providerId="ADAL" clId="{1547E835-BBCB-40A8-833C-CD344E18650E}" dt="2024-04-25T16:05:00.624" v="8583" actId="20577"/>
          <ac:spMkLst>
            <pc:docMk/>
            <pc:sldMk cId="2540171343" sldId="424"/>
            <ac:spMk id="9" creationId="{3D198235-B3EC-4400-6030-699492EF7A5D}"/>
          </ac:spMkLst>
        </pc:spChg>
      </pc:sldChg>
      <pc:sldChg chg="addSp delSp modSp add mod">
        <pc:chgData name="ניב קופולוביץ" userId="0206eb30-381d-44cb-b094-52bcb345d922" providerId="ADAL" clId="{1547E835-BBCB-40A8-833C-CD344E18650E}" dt="2024-04-25T16:26:50.490" v="8889" actId="20577"/>
        <pc:sldMkLst>
          <pc:docMk/>
          <pc:sldMk cId="2585314680" sldId="425"/>
        </pc:sldMkLst>
        <pc:spChg chg="mod">
          <ac:chgData name="ניב קופולוביץ" userId="0206eb30-381d-44cb-b094-52bcb345d922" providerId="ADAL" clId="{1547E835-BBCB-40A8-833C-CD344E18650E}" dt="2024-04-25T16:12:19.192" v="8690" actId="20577"/>
          <ac:spMkLst>
            <pc:docMk/>
            <pc:sldMk cId="2585314680" sldId="425"/>
            <ac:spMk id="2" creationId="{BF4F2C32-E81B-C407-683A-A15EC9497B27}"/>
          </ac:spMkLst>
        </pc:spChg>
        <pc:spChg chg="mod">
          <ac:chgData name="ניב קופולוביץ" userId="0206eb30-381d-44cb-b094-52bcb345d922" providerId="ADAL" clId="{1547E835-BBCB-40A8-833C-CD344E18650E}" dt="2024-04-25T16:07:48.658" v="8632" actId="20577"/>
          <ac:spMkLst>
            <pc:docMk/>
            <pc:sldMk cId="2585314680" sldId="425"/>
            <ac:spMk id="8" creationId="{A2F48E83-8164-F9B8-4DC7-E7871487DE8B}"/>
          </ac:spMkLst>
        </pc:spChg>
        <pc:spChg chg="mod">
          <ac:chgData name="ניב קופולוביץ" userId="0206eb30-381d-44cb-b094-52bcb345d922" providerId="ADAL" clId="{1547E835-BBCB-40A8-833C-CD344E18650E}" dt="2024-04-25T16:26:50.490" v="8889" actId="20577"/>
          <ac:spMkLst>
            <pc:docMk/>
            <pc:sldMk cId="2585314680" sldId="425"/>
            <ac:spMk id="9" creationId="{3D198235-B3EC-4400-6030-699492EF7A5D}"/>
          </ac:spMkLst>
        </pc:spChg>
        <pc:spChg chg="mod">
          <ac:chgData name="ניב קופולוביץ" userId="0206eb30-381d-44cb-b094-52bcb345d922" providerId="ADAL" clId="{1547E835-BBCB-40A8-833C-CD344E18650E}" dt="2024-04-25T16:07:45.201" v="8630" actId="20577"/>
          <ac:spMkLst>
            <pc:docMk/>
            <pc:sldMk cId="2585314680" sldId="425"/>
            <ac:spMk id="36" creationId="{032C166A-2D44-4D60-5A4E-1ED7D95BF9A0}"/>
          </ac:spMkLst>
        </pc:spChg>
        <pc:picChg chg="add mod">
          <ac:chgData name="ניב קופולוביץ" userId="0206eb30-381d-44cb-b094-52bcb345d922" providerId="ADAL" clId="{1547E835-BBCB-40A8-833C-CD344E18650E}" dt="2024-04-25T16:06:17.279" v="8611"/>
          <ac:picMkLst>
            <pc:docMk/>
            <pc:sldMk cId="2585314680" sldId="425"/>
            <ac:picMk id="3" creationId="{97DB8006-424F-0C5E-A3A4-4C8BC01E991B}"/>
          </ac:picMkLst>
        </pc:picChg>
        <pc:picChg chg="del">
          <ac:chgData name="ניב קופולוביץ" userId="0206eb30-381d-44cb-b094-52bcb345d922" providerId="ADAL" clId="{1547E835-BBCB-40A8-833C-CD344E18650E}" dt="2024-04-25T16:06:08.594" v="8609" actId="478"/>
          <ac:picMkLst>
            <pc:docMk/>
            <pc:sldMk cId="2585314680" sldId="425"/>
            <ac:picMk id="4" creationId="{6E8A4CD6-4BAF-E874-E8AF-725BFF6A3DB2}"/>
          </ac:picMkLst>
        </pc:picChg>
        <pc:picChg chg="del">
          <ac:chgData name="ניב קופולוביץ" userId="0206eb30-381d-44cb-b094-52bcb345d922" providerId="ADAL" clId="{1547E835-BBCB-40A8-833C-CD344E18650E}" dt="2024-04-25T16:06:09.136" v="8610" actId="478"/>
          <ac:picMkLst>
            <pc:docMk/>
            <pc:sldMk cId="2585314680" sldId="425"/>
            <ac:picMk id="5" creationId="{71787677-53BB-3FDA-C042-8F474FDEF674}"/>
          </ac:picMkLst>
        </pc:picChg>
        <pc:picChg chg="add mod">
          <ac:chgData name="ניב קופולוביץ" userId="0206eb30-381d-44cb-b094-52bcb345d922" providerId="ADAL" clId="{1547E835-BBCB-40A8-833C-CD344E18650E}" dt="2024-04-25T16:06:33.030" v="8616" actId="1076"/>
          <ac:picMkLst>
            <pc:docMk/>
            <pc:sldMk cId="2585314680" sldId="425"/>
            <ac:picMk id="6" creationId="{08D1DEDE-9AF7-4F81-F71C-15866E7E0B3B}"/>
          </ac:picMkLst>
        </pc:picChg>
        <pc:picChg chg="add mod modCrop">
          <ac:chgData name="ניב קופולוביץ" userId="0206eb30-381d-44cb-b094-52bcb345d922" providerId="ADAL" clId="{1547E835-BBCB-40A8-833C-CD344E18650E}" dt="2024-04-25T16:06:57.273" v="8623" actId="732"/>
          <ac:picMkLst>
            <pc:docMk/>
            <pc:sldMk cId="2585314680" sldId="425"/>
            <ac:picMk id="7" creationId="{DA3C2F22-B1FD-8879-03B9-A8DE5F4865A7}"/>
          </ac:picMkLst>
        </pc:picChg>
      </pc:sldChg>
      <pc:sldChg chg="addSp delSp modSp add del mod ord">
        <pc:chgData name="ניב קופולוביץ" userId="0206eb30-381d-44cb-b094-52bcb345d922" providerId="ADAL" clId="{1547E835-BBCB-40A8-833C-CD344E18650E}" dt="2024-04-25T16:26:45.282" v="8887" actId="47"/>
        <pc:sldMkLst>
          <pc:docMk/>
          <pc:sldMk cId="3070534891" sldId="426"/>
        </pc:sldMkLst>
        <pc:spChg chg="del">
          <ac:chgData name="ניב קופולוביץ" userId="0206eb30-381d-44cb-b094-52bcb345d922" providerId="ADAL" clId="{1547E835-BBCB-40A8-833C-CD344E18650E}" dt="2024-04-25T16:22:36.980" v="8798" actId="478"/>
          <ac:spMkLst>
            <pc:docMk/>
            <pc:sldMk cId="3070534891" sldId="426"/>
            <ac:spMk id="2" creationId="{BF4F2C32-E81B-C407-683A-A15EC9497B27}"/>
          </ac:spMkLst>
        </pc:spChg>
        <pc:spChg chg="add del mod">
          <ac:chgData name="ניב קופולוביץ" userId="0206eb30-381d-44cb-b094-52bcb345d922" providerId="ADAL" clId="{1547E835-BBCB-40A8-833C-CD344E18650E}" dt="2024-04-25T16:22:38.097" v="8799" actId="478"/>
          <ac:spMkLst>
            <pc:docMk/>
            <pc:sldMk cId="3070534891" sldId="426"/>
            <ac:spMk id="5" creationId="{C5E02409-FD28-AEF7-83C4-4E80065A140E}"/>
          </ac:spMkLst>
        </pc:spChg>
        <pc:spChg chg="del">
          <ac:chgData name="ניב קופולוביץ" userId="0206eb30-381d-44cb-b094-52bcb345d922" providerId="ADAL" clId="{1547E835-BBCB-40A8-833C-CD344E18650E}" dt="2024-04-25T16:22:36.980" v="8798" actId="478"/>
          <ac:spMkLst>
            <pc:docMk/>
            <pc:sldMk cId="3070534891" sldId="426"/>
            <ac:spMk id="8" creationId="{A2F48E83-8164-F9B8-4DC7-E7871487DE8B}"/>
          </ac:spMkLst>
        </pc:spChg>
        <pc:spChg chg="del mod">
          <ac:chgData name="ניב קופולוביץ" userId="0206eb30-381d-44cb-b094-52bcb345d922" providerId="ADAL" clId="{1547E835-BBCB-40A8-833C-CD344E18650E}" dt="2024-04-25T16:22:35.326" v="8797" actId="478"/>
          <ac:spMkLst>
            <pc:docMk/>
            <pc:sldMk cId="3070534891" sldId="426"/>
            <ac:spMk id="9" creationId="{3D198235-B3EC-4400-6030-699492EF7A5D}"/>
          </ac:spMkLst>
        </pc:spChg>
        <pc:spChg chg="del">
          <ac:chgData name="ניב קופולוביץ" userId="0206eb30-381d-44cb-b094-52bcb345d922" providerId="ADAL" clId="{1547E835-BBCB-40A8-833C-CD344E18650E}" dt="2024-04-25T16:22:36.980" v="8798" actId="478"/>
          <ac:spMkLst>
            <pc:docMk/>
            <pc:sldMk cId="3070534891" sldId="426"/>
            <ac:spMk id="36" creationId="{032C166A-2D44-4D60-5A4E-1ED7D95BF9A0}"/>
          </ac:spMkLst>
        </pc:spChg>
        <pc:picChg chg="del">
          <ac:chgData name="ניב קופולוביץ" userId="0206eb30-381d-44cb-b094-52bcb345d922" providerId="ADAL" clId="{1547E835-BBCB-40A8-833C-CD344E18650E}" dt="2024-04-25T16:10:12.819" v="8654" actId="478"/>
          <ac:picMkLst>
            <pc:docMk/>
            <pc:sldMk cId="3070534891" sldId="426"/>
            <ac:picMk id="3" creationId="{5A74F5F5-B93F-7C3A-14DC-94B45A2F5C24}"/>
          </ac:picMkLst>
        </pc:picChg>
        <pc:picChg chg="del">
          <ac:chgData name="ניב קופולוביץ" userId="0206eb30-381d-44cb-b094-52bcb345d922" providerId="ADAL" clId="{1547E835-BBCB-40A8-833C-CD344E18650E}" dt="2024-04-25T16:10:14.547" v="8655" actId="478"/>
          <ac:picMkLst>
            <pc:docMk/>
            <pc:sldMk cId="3070534891" sldId="426"/>
            <ac:picMk id="6" creationId="{660C7A17-3EA7-BBEC-8AA3-0CC0AE464BDB}"/>
          </ac:picMkLst>
        </pc:picChg>
      </pc:sldChg>
      <pc:sldChg chg="add del">
        <pc:chgData name="ניב קופולוביץ" userId="0206eb30-381d-44cb-b094-52bcb345d922" providerId="ADAL" clId="{1547E835-BBCB-40A8-833C-CD344E18650E}" dt="2024-04-25T16:27:12.777" v="8898" actId="47"/>
        <pc:sldMkLst>
          <pc:docMk/>
          <pc:sldMk cId="3364604030" sldId="427"/>
        </pc:sldMkLst>
      </pc:sldChg>
      <pc:sldChg chg="add del">
        <pc:chgData name="ניב קופולוביץ" userId="0206eb30-381d-44cb-b094-52bcb345d922" providerId="ADAL" clId="{1547E835-BBCB-40A8-833C-CD344E18650E}" dt="2024-04-25T16:27:12.777" v="8898" actId="47"/>
        <pc:sldMkLst>
          <pc:docMk/>
          <pc:sldMk cId="3461961419" sldId="428"/>
        </pc:sldMkLst>
      </pc:sldChg>
      <pc:sldChg chg="add del">
        <pc:chgData name="ניב קופולוביץ" userId="0206eb30-381d-44cb-b094-52bcb345d922" providerId="ADAL" clId="{1547E835-BBCB-40A8-833C-CD344E18650E}" dt="2024-04-25T16:27:12.777" v="8898" actId="47"/>
        <pc:sldMkLst>
          <pc:docMk/>
          <pc:sldMk cId="2207638118" sldId="429"/>
        </pc:sldMkLst>
      </pc:sldChg>
      <pc:sldChg chg="add del">
        <pc:chgData name="ניב קופולוביץ" userId="0206eb30-381d-44cb-b094-52bcb345d922" providerId="ADAL" clId="{1547E835-BBCB-40A8-833C-CD344E18650E}" dt="2024-04-25T16:27:12.777" v="8898" actId="47"/>
        <pc:sldMkLst>
          <pc:docMk/>
          <pc:sldMk cId="1389637466" sldId="430"/>
        </pc:sldMkLst>
      </pc:sldChg>
      <pc:sldChg chg="add del">
        <pc:chgData name="ניב קופולוביץ" userId="0206eb30-381d-44cb-b094-52bcb345d922" providerId="ADAL" clId="{1547E835-BBCB-40A8-833C-CD344E18650E}" dt="2024-04-25T16:27:12.777" v="8898" actId="47"/>
        <pc:sldMkLst>
          <pc:docMk/>
          <pc:sldMk cId="1224499405" sldId="431"/>
        </pc:sldMkLst>
      </pc:sldChg>
      <pc:sldChg chg="add del">
        <pc:chgData name="ניב קופולוביץ" userId="0206eb30-381d-44cb-b094-52bcb345d922" providerId="ADAL" clId="{1547E835-BBCB-40A8-833C-CD344E18650E}" dt="2024-04-25T16:27:12.777" v="8898" actId="47"/>
        <pc:sldMkLst>
          <pc:docMk/>
          <pc:sldMk cId="2210728361" sldId="432"/>
        </pc:sldMkLst>
      </pc:sldChg>
      <pc:sldChg chg="add del">
        <pc:chgData name="ניב קופולוביץ" userId="0206eb30-381d-44cb-b094-52bcb345d922" providerId="ADAL" clId="{1547E835-BBCB-40A8-833C-CD344E18650E}" dt="2024-04-25T16:27:12.777" v="8898" actId="47"/>
        <pc:sldMkLst>
          <pc:docMk/>
          <pc:sldMk cId="2656863501" sldId="433"/>
        </pc:sldMkLst>
      </pc:sldChg>
      <pc:sldChg chg="addSp delSp modSp add mod">
        <pc:chgData name="ניב קופולוביץ" userId="0206eb30-381d-44cb-b094-52bcb345d922" providerId="ADAL" clId="{1547E835-BBCB-40A8-833C-CD344E18650E}" dt="2024-04-25T16:36:21.406" v="9151" actId="20577"/>
        <pc:sldMkLst>
          <pc:docMk/>
          <pc:sldMk cId="1473731711" sldId="434"/>
        </pc:sldMkLst>
        <pc:spChg chg="mod">
          <ac:chgData name="ניב קופולוביץ" userId="0206eb30-381d-44cb-b094-52bcb345d922" providerId="ADAL" clId="{1547E835-BBCB-40A8-833C-CD344E18650E}" dt="2024-04-25T16:36:21.406" v="9151" actId="20577"/>
          <ac:spMkLst>
            <pc:docMk/>
            <pc:sldMk cId="1473731711" sldId="434"/>
            <ac:spMk id="2" creationId="{108810C5-1C00-06F1-3334-55E3F9F1823B}"/>
          </ac:spMkLst>
        </pc:spChg>
        <pc:spChg chg="mod">
          <ac:chgData name="ניב קופולוביץ" userId="0206eb30-381d-44cb-b094-52bcb345d922" providerId="ADAL" clId="{1547E835-BBCB-40A8-833C-CD344E18650E}" dt="2024-04-25T16:27:15.558" v="8899" actId="20577"/>
          <ac:spMkLst>
            <pc:docMk/>
            <pc:sldMk cId="1473731711" sldId="434"/>
            <ac:spMk id="9" creationId="{B2237D34-49F2-8303-C080-A1F5EB967ED5}"/>
          </ac:spMkLst>
        </pc:spChg>
        <pc:spChg chg="mod">
          <ac:chgData name="ניב קופולוביץ" userId="0206eb30-381d-44cb-b094-52bcb345d922" providerId="ADAL" clId="{1547E835-BBCB-40A8-833C-CD344E18650E}" dt="2024-04-25T16:35:45.385" v="9123" actId="20577"/>
          <ac:spMkLst>
            <pc:docMk/>
            <pc:sldMk cId="1473731711" sldId="434"/>
            <ac:spMk id="41" creationId="{5E8BF430-B5A9-6719-21D6-589E66FD11B8}"/>
          </ac:spMkLst>
        </pc:spChg>
        <pc:spChg chg="mod">
          <ac:chgData name="ניב קופולוביץ" userId="0206eb30-381d-44cb-b094-52bcb345d922" providerId="ADAL" clId="{1547E835-BBCB-40A8-833C-CD344E18650E}" dt="2024-04-25T16:35:53.737" v="9131" actId="20577"/>
          <ac:spMkLst>
            <pc:docMk/>
            <pc:sldMk cId="1473731711" sldId="434"/>
            <ac:spMk id="42" creationId="{1A8C7567-B9EF-74AE-8C57-9EF1D42C2465}"/>
          </ac:spMkLst>
        </pc:spChg>
        <pc:spChg chg="mod">
          <ac:chgData name="ניב קופולוביץ" userId="0206eb30-381d-44cb-b094-52bcb345d922" providerId="ADAL" clId="{1547E835-BBCB-40A8-833C-CD344E18650E}" dt="2024-04-25T16:36:10.089" v="9142" actId="20577"/>
          <ac:spMkLst>
            <pc:docMk/>
            <pc:sldMk cId="1473731711" sldId="434"/>
            <ac:spMk id="43" creationId="{C777D484-8244-3421-7042-02333A7901F6}"/>
          </ac:spMkLst>
        </pc:spChg>
        <pc:spChg chg="mod">
          <ac:chgData name="ניב קופולוביץ" userId="0206eb30-381d-44cb-b094-52bcb345d922" providerId="ADAL" clId="{1547E835-BBCB-40A8-833C-CD344E18650E}" dt="2024-04-25T16:35:43.915" v="9121" actId="20577"/>
          <ac:spMkLst>
            <pc:docMk/>
            <pc:sldMk cId="1473731711" sldId="434"/>
            <ac:spMk id="44" creationId="{0B4F96CA-5754-0B35-E9AA-5FD40B1A516F}"/>
          </ac:spMkLst>
        </pc:spChg>
        <pc:spChg chg="mod">
          <ac:chgData name="ניב קופולוביץ" userId="0206eb30-381d-44cb-b094-52bcb345d922" providerId="ADAL" clId="{1547E835-BBCB-40A8-833C-CD344E18650E}" dt="2024-04-25T16:35:51.307" v="9129" actId="20577"/>
          <ac:spMkLst>
            <pc:docMk/>
            <pc:sldMk cId="1473731711" sldId="434"/>
            <ac:spMk id="45" creationId="{7DE01999-AD7F-B7EA-6D4F-232DC555287D}"/>
          </ac:spMkLst>
        </pc:spChg>
        <pc:spChg chg="mod">
          <ac:chgData name="ניב קופולוביץ" userId="0206eb30-381d-44cb-b094-52bcb345d922" providerId="ADAL" clId="{1547E835-BBCB-40A8-833C-CD344E18650E}" dt="2024-04-25T16:36:08.372" v="9140" actId="20577"/>
          <ac:spMkLst>
            <pc:docMk/>
            <pc:sldMk cId="1473731711" sldId="434"/>
            <ac:spMk id="46" creationId="{A54398BC-1E5E-5006-1287-D0701BCEADD2}"/>
          </ac:spMkLst>
        </pc:spChg>
        <pc:spChg chg="mod">
          <ac:chgData name="ניב קופולוביץ" userId="0206eb30-381d-44cb-b094-52bcb345d922" providerId="ADAL" clId="{1547E835-BBCB-40A8-833C-CD344E18650E}" dt="2024-04-25T16:35:46.556" v="9125" actId="20577"/>
          <ac:spMkLst>
            <pc:docMk/>
            <pc:sldMk cId="1473731711" sldId="434"/>
            <ac:spMk id="47" creationId="{C7AA211F-F76D-AD84-BBE5-C659A203BAA9}"/>
          </ac:spMkLst>
        </pc:spChg>
        <pc:spChg chg="mod">
          <ac:chgData name="ניב קופולוביץ" userId="0206eb30-381d-44cb-b094-52bcb345d922" providerId="ADAL" clId="{1547E835-BBCB-40A8-833C-CD344E18650E}" dt="2024-04-25T16:35:56.094" v="9133" actId="20577"/>
          <ac:spMkLst>
            <pc:docMk/>
            <pc:sldMk cId="1473731711" sldId="434"/>
            <ac:spMk id="48" creationId="{0DD728DA-BD25-7D23-57B4-04E8794701DC}"/>
          </ac:spMkLst>
        </pc:spChg>
        <pc:spChg chg="mod">
          <ac:chgData name="ניב קופולוביץ" userId="0206eb30-381d-44cb-b094-52bcb345d922" providerId="ADAL" clId="{1547E835-BBCB-40A8-833C-CD344E18650E}" dt="2024-04-25T16:36:12.989" v="9144" actId="20577"/>
          <ac:spMkLst>
            <pc:docMk/>
            <pc:sldMk cId="1473731711" sldId="434"/>
            <ac:spMk id="49" creationId="{4643A60A-9007-EBFD-D0FC-17535AA88E6D}"/>
          </ac:spMkLst>
        </pc:spChg>
        <pc:spChg chg="mod">
          <ac:chgData name="ניב קופולוביץ" userId="0206eb30-381d-44cb-b094-52bcb345d922" providerId="ADAL" clId="{1547E835-BBCB-40A8-833C-CD344E18650E}" dt="2024-04-25T16:35:49.258" v="9127" actId="20577"/>
          <ac:spMkLst>
            <pc:docMk/>
            <pc:sldMk cId="1473731711" sldId="434"/>
            <ac:spMk id="51" creationId="{465AA89F-190C-9CF6-E638-A94EFCB7E74F}"/>
          </ac:spMkLst>
        </pc:spChg>
        <pc:spChg chg="mod">
          <ac:chgData name="ניב קופולוביץ" userId="0206eb30-381d-44cb-b094-52bcb345d922" providerId="ADAL" clId="{1547E835-BBCB-40A8-833C-CD344E18650E}" dt="2024-04-25T16:36:05.713" v="9138" actId="20577"/>
          <ac:spMkLst>
            <pc:docMk/>
            <pc:sldMk cId="1473731711" sldId="434"/>
            <ac:spMk id="52" creationId="{72B1AC17-7E87-C709-2FA3-F617298807C9}"/>
          </ac:spMkLst>
        </pc:spChg>
        <pc:spChg chg="mod">
          <ac:chgData name="ניב קופולוביץ" userId="0206eb30-381d-44cb-b094-52bcb345d922" providerId="ADAL" clId="{1547E835-BBCB-40A8-833C-CD344E18650E}" dt="2024-04-25T16:36:15.515" v="9146" actId="20577"/>
          <ac:spMkLst>
            <pc:docMk/>
            <pc:sldMk cId="1473731711" sldId="434"/>
            <ac:spMk id="53" creationId="{D11C9D47-2D40-C692-9127-5462D73C7B20}"/>
          </ac:spMkLst>
        </pc:spChg>
        <pc:graphicFrameChg chg="add del">
          <ac:chgData name="ניב קופולוביץ" userId="0206eb30-381d-44cb-b094-52bcb345d922" providerId="ADAL" clId="{1547E835-BBCB-40A8-833C-CD344E18650E}" dt="2024-04-25T16:27:23.440" v="8912" actId="478"/>
          <ac:graphicFrameMkLst>
            <pc:docMk/>
            <pc:sldMk cId="1473731711" sldId="434"/>
            <ac:graphicFrameMk id="12" creationId="{411DA014-E46D-A69F-F487-D97569428099}"/>
          </ac:graphicFrameMkLst>
        </pc:graphicFrameChg>
        <pc:picChg chg="add mod">
          <ac:chgData name="ניב קופולוביץ" userId="0206eb30-381d-44cb-b094-52bcb345d922" providerId="ADAL" clId="{1547E835-BBCB-40A8-833C-CD344E18650E}" dt="2024-04-25T16:27:50.198" v="8920" actId="1076"/>
          <ac:picMkLst>
            <pc:docMk/>
            <pc:sldMk cId="1473731711" sldId="434"/>
            <ac:picMk id="4" creationId="{54CA17AC-3BEA-17B3-4CEC-ADBB0904DE2E}"/>
          </ac:picMkLst>
        </pc:picChg>
        <pc:picChg chg="del">
          <ac:chgData name="ניב קופולוביץ" userId="0206eb30-381d-44cb-b094-52bcb345d922" providerId="ADAL" clId="{1547E835-BBCB-40A8-833C-CD344E18650E}" dt="2024-04-25T16:27:18.990" v="8900" actId="478"/>
          <ac:picMkLst>
            <pc:docMk/>
            <pc:sldMk cId="1473731711" sldId="434"/>
            <ac:picMk id="6" creationId="{20CFD050-5EC3-3596-FFB1-1D1F83A8FA76}"/>
          </ac:picMkLst>
        </pc:picChg>
        <pc:picChg chg="add mod">
          <ac:chgData name="ניב קופולוביץ" userId="0206eb30-381d-44cb-b094-52bcb345d922" providerId="ADAL" clId="{1547E835-BBCB-40A8-833C-CD344E18650E}" dt="2024-04-25T16:28:05.015" v="8926" actId="1076"/>
          <ac:picMkLst>
            <pc:docMk/>
            <pc:sldMk cId="1473731711" sldId="434"/>
            <ac:picMk id="7" creationId="{3581C5F6-BA95-C8D0-5355-89F9721DC48A}"/>
          </ac:picMkLst>
        </pc:picChg>
        <pc:picChg chg="add mod">
          <ac:chgData name="ניב קופולוביץ" userId="0206eb30-381d-44cb-b094-52bcb345d922" providerId="ADAL" clId="{1547E835-BBCB-40A8-833C-CD344E18650E}" dt="2024-04-25T16:28:17.934" v="8932" actId="1076"/>
          <ac:picMkLst>
            <pc:docMk/>
            <pc:sldMk cId="1473731711" sldId="434"/>
            <ac:picMk id="10" creationId="{92AC69E8-4193-8997-3526-C3ABF289AD84}"/>
          </ac:picMkLst>
        </pc:picChg>
        <pc:picChg chg="add mod">
          <ac:chgData name="ניב קופולוביץ" userId="0206eb30-381d-44cb-b094-52bcb345d922" providerId="ADAL" clId="{1547E835-BBCB-40A8-833C-CD344E18650E}" dt="2024-04-25T16:28:34.607" v="8938" actId="1076"/>
          <ac:picMkLst>
            <pc:docMk/>
            <pc:sldMk cId="1473731711" sldId="434"/>
            <ac:picMk id="13" creationId="{76DA3702-196E-4663-0417-01404BDCF368}"/>
          </ac:picMkLst>
        </pc:picChg>
        <pc:picChg chg="add mod">
          <ac:chgData name="ניב קופולוביץ" userId="0206eb30-381d-44cb-b094-52bcb345d922" providerId="ADAL" clId="{1547E835-BBCB-40A8-833C-CD344E18650E}" dt="2024-04-25T16:28:45.906" v="8944" actId="1076"/>
          <ac:picMkLst>
            <pc:docMk/>
            <pc:sldMk cId="1473731711" sldId="434"/>
            <ac:picMk id="15" creationId="{7DBDCF2B-E0CF-A8E4-6F8D-238BB50FF025}"/>
          </ac:picMkLst>
        </pc:picChg>
        <pc:picChg chg="add mod">
          <ac:chgData name="ניב קופולוביץ" userId="0206eb30-381d-44cb-b094-52bcb345d922" providerId="ADAL" clId="{1547E835-BBCB-40A8-833C-CD344E18650E}" dt="2024-04-25T16:29:01.133" v="8950" actId="1076"/>
          <ac:picMkLst>
            <pc:docMk/>
            <pc:sldMk cId="1473731711" sldId="434"/>
            <ac:picMk id="17" creationId="{7FE0177A-F940-7060-95D5-9DCC4245F8FE}"/>
          </ac:picMkLst>
        </pc:picChg>
        <pc:picChg chg="add mod">
          <ac:chgData name="ניב קופולוביץ" userId="0206eb30-381d-44cb-b094-52bcb345d922" providerId="ADAL" clId="{1547E835-BBCB-40A8-833C-CD344E18650E}" dt="2024-04-25T16:29:16.320" v="8956" actId="1076"/>
          <ac:picMkLst>
            <pc:docMk/>
            <pc:sldMk cId="1473731711" sldId="434"/>
            <ac:picMk id="19" creationId="{0ABC0DAF-F33B-D502-7B5E-9605439D0E3D}"/>
          </ac:picMkLst>
        </pc:picChg>
        <pc:picChg chg="del">
          <ac:chgData name="ניב קופולוביץ" userId="0206eb30-381d-44cb-b094-52bcb345d922" providerId="ADAL" clId="{1547E835-BBCB-40A8-833C-CD344E18650E}" dt="2024-04-25T16:27:21.236" v="8907" actId="478"/>
          <ac:picMkLst>
            <pc:docMk/>
            <pc:sldMk cId="1473731711" sldId="434"/>
            <ac:picMk id="21" creationId="{3D1284BC-C466-6A66-F02E-F9EB64AC8E19}"/>
          </ac:picMkLst>
        </pc:picChg>
        <pc:picChg chg="del">
          <ac:chgData name="ניב קופולוביץ" userId="0206eb30-381d-44cb-b094-52bcb345d922" providerId="ADAL" clId="{1547E835-BBCB-40A8-833C-CD344E18650E}" dt="2024-04-25T16:27:21.661" v="8908" actId="478"/>
          <ac:picMkLst>
            <pc:docMk/>
            <pc:sldMk cId="1473731711" sldId="434"/>
            <ac:picMk id="22" creationId="{1FCDE57E-B5EA-BD81-6816-B555D25B46E4}"/>
          </ac:picMkLst>
        </pc:picChg>
        <pc:picChg chg="add mod">
          <ac:chgData name="ניב קופולוביץ" userId="0206eb30-381d-44cb-b094-52bcb345d922" providerId="ADAL" clId="{1547E835-BBCB-40A8-833C-CD344E18650E}" dt="2024-04-25T16:29:27.343" v="8962" actId="1076"/>
          <ac:picMkLst>
            <pc:docMk/>
            <pc:sldMk cId="1473731711" sldId="434"/>
            <ac:picMk id="23" creationId="{9DAC4168-56BE-5D6F-D418-517126CC64FC}"/>
          </ac:picMkLst>
        </pc:picChg>
        <pc:picChg chg="add mod">
          <ac:chgData name="ניב קופולוביץ" userId="0206eb30-381d-44cb-b094-52bcb345d922" providerId="ADAL" clId="{1547E835-BBCB-40A8-833C-CD344E18650E}" dt="2024-04-25T16:29:40.304" v="8969" actId="1035"/>
          <ac:picMkLst>
            <pc:docMk/>
            <pc:sldMk cId="1473731711" sldId="434"/>
            <ac:picMk id="25" creationId="{1DD7473B-E418-DF85-988A-AD9A5966C082}"/>
          </ac:picMkLst>
        </pc:picChg>
        <pc:picChg chg="add mod">
          <ac:chgData name="ניב קופולוביץ" userId="0206eb30-381d-44cb-b094-52bcb345d922" providerId="ADAL" clId="{1547E835-BBCB-40A8-833C-CD344E18650E}" dt="2024-04-25T16:35:01.533" v="9101" actId="1076"/>
          <ac:picMkLst>
            <pc:docMk/>
            <pc:sldMk cId="1473731711" sldId="434"/>
            <ac:picMk id="27" creationId="{3A8E63C4-2878-69FB-AB56-ABCF11405732}"/>
          </ac:picMkLst>
        </pc:picChg>
        <pc:picChg chg="add mod">
          <ac:chgData name="ניב קופולוביץ" userId="0206eb30-381d-44cb-b094-52bcb345d922" providerId="ADAL" clId="{1547E835-BBCB-40A8-833C-CD344E18650E}" dt="2024-04-25T16:35:13.055" v="9107" actId="1035"/>
          <ac:picMkLst>
            <pc:docMk/>
            <pc:sldMk cId="1473731711" sldId="434"/>
            <ac:picMk id="28" creationId="{D2BE2C8D-558A-724D-F717-A47FF58F92A3}"/>
          </ac:picMkLst>
        </pc:picChg>
        <pc:picChg chg="add mod">
          <ac:chgData name="ניב קופולוביץ" userId="0206eb30-381d-44cb-b094-52bcb345d922" providerId="ADAL" clId="{1547E835-BBCB-40A8-833C-CD344E18650E}" dt="2024-04-25T16:35:11.045" v="9105" actId="1076"/>
          <ac:picMkLst>
            <pc:docMk/>
            <pc:sldMk cId="1473731711" sldId="434"/>
            <ac:picMk id="29" creationId="{34D29310-343A-CCF2-66CE-D5EC2ED71046}"/>
          </ac:picMkLst>
        </pc:picChg>
        <pc:picChg chg="del">
          <ac:chgData name="ניב קופולוביץ" userId="0206eb30-381d-44cb-b094-52bcb345d922" providerId="ADAL" clId="{1547E835-BBCB-40A8-833C-CD344E18650E}" dt="2024-04-25T16:27:19.365" v="8901" actId="478"/>
          <ac:picMkLst>
            <pc:docMk/>
            <pc:sldMk cId="1473731711" sldId="434"/>
            <ac:picMk id="55" creationId="{08F3BC34-BBC5-012D-D0A8-88787515A85D}"/>
          </ac:picMkLst>
        </pc:picChg>
        <pc:picChg chg="del">
          <ac:chgData name="ניב קופולוביץ" userId="0206eb30-381d-44cb-b094-52bcb345d922" providerId="ADAL" clId="{1547E835-BBCB-40A8-833C-CD344E18650E}" dt="2024-04-25T16:27:19.747" v="8902" actId="478"/>
          <ac:picMkLst>
            <pc:docMk/>
            <pc:sldMk cId="1473731711" sldId="434"/>
            <ac:picMk id="59" creationId="{F3D9CF6F-5C25-C7B8-61A8-737F4EE30223}"/>
          </ac:picMkLst>
        </pc:picChg>
        <pc:picChg chg="del">
          <ac:chgData name="ניב קופולוביץ" userId="0206eb30-381d-44cb-b094-52bcb345d922" providerId="ADAL" clId="{1547E835-BBCB-40A8-833C-CD344E18650E}" dt="2024-04-25T16:27:20.102" v="8903" actId="478"/>
          <ac:picMkLst>
            <pc:docMk/>
            <pc:sldMk cId="1473731711" sldId="434"/>
            <ac:picMk id="61" creationId="{18382C00-E858-5E12-4982-01051A2076F0}"/>
          </ac:picMkLst>
        </pc:picChg>
        <pc:picChg chg="del">
          <ac:chgData name="ניב קופולוביץ" userId="0206eb30-381d-44cb-b094-52bcb345d922" providerId="ADAL" clId="{1547E835-BBCB-40A8-833C-CD344E18650E}" dt="2024-04-25T16:27:20.446" v="8904" actId="478"/>
          <ac:picMkLst>
            <pc:docMk/>
            <pc:sldMk cId="1473731711" sldId="434"/>
            <ac:picMk id="65" creationId="{50C422DD-F443-463C-26E6-0F9E84CBB8CC}"/>
          </ac:picMkLst>
        </pc:picChg>
        <pc:picChg chg="del">
          <ac:chgData name="ניב קופולוביץ" userId="0206eb30-381d-44cb-b094-52bcb345d922" providerId="ADAL" clId="{1547E835-BBCB-40A8-833C-CD344E18650E}" dt="2024-04-25T16:27:20.717" v="8905" actId="478"/>
          <ac:picMkLst>
            <pc:docMk/>
            <pc:sldMk cId="1473731711" sldId="434"/>
            <ac:picMk id="67" creationId="{19D0C0AA-2FF4-66C7-7386-8A2675E64B83}"/>
          </ac:picMkLst>
        </pc:picChg>
        <pc:picChg chg="del">
          <ac:chgData name="ניב קופולוביץ" userId="0206eb30-381d-44cb-b094-52bcb345d922" providerId="ADAL" clId="{1547E835-BBCB-40A8-833C-CD344E18650E}" dt="2024-04-25T16:27:20.971" v="8906" actId="478"/>
          <ac:picMkLst>
            <pc:docMk/>
            <pc:sldMk cId="1473731711" sldId="434"/>
            <ac:picMk id="69" creationId="{7246BAA1-5BFE-BD8D-021C-93FD56006E54}"/>
          </ac:picMkLst>
        </pc:picChg>
        <pc:picChg chg="del mod">
          <ac:chgData name="ניב קופולוביץ" userId="0206eb30-381d-44cb-b094-52bcb345d922" providerId="ADAL" clId="{1547E835-BBCB-40A8-833C-CD344E18650E}" dt="2024-04-25T16:27:21.910" v="8910" actId="478"/>
          <ac:picMkLst>
            <pc:docMk/>
            <pc:sldMk cId="1473731711" sldId="434"/>
            <ac:picMk id="71" creationId="{48B23912-6A76-BFA3-480D-12289395B20F}"/>
          </ac:picMkLst>
        </pc:picChg>
        <pc:picChg chg="del">
          <ac:chgData name="ניב קופולוביץ" userId="0206eb30-381d-44cb-b094-52bcb345d922" providerId="ADAL" clId="{1547E835-BBCB-40A8-833C-CD344E18650E}" dt="2024-04-25T16:27:24.932" v="8913" actId="478"/>
          <ac:picMkLst>
            <pc:docMk/>
            <pc:sldMk cId="1473731711" sldId="434"/>
            <ac:picMk id="73" creationId="{A9C70254-E7D8-7749-7DEA-84F87F3F4A6D}"/>
          </ac:picMkLst>
        </pc:picChg>
        <pc:picChg chg="del">
          <ac:chgData name="ניב קופולוביץ" userId="0206eb30-381d-44cb-b094-52bcb345d922" providerId="ADAL" clId="{1547E835-BBCB-40A8-833C-CD344E18650E}" dt="2024-04-25T16:27:25.205" v="8914" actId="478"/>
          <ac:picMkLst>
            <pc:docMk/>
            <pc:sldMk cId="1473731711" sldId="434"/>
            <ac:picMk id="75" creationId="{E3340B4D-FD63-B6B2-5520-532BB4628135}"/>
          </ac:picMkLst>
        </pc:picChg>
      </pc:sldChg>
      <pc:sldChg chg="addSp delSp modSp add mod">
        <pc:chgData name="ניב קופולוביץ" userId="0206eb30-381d-44cb-b094-52bcb345d922" providerId="ADAL" clId="{1547E835-BBCB-40A8-833C-CD344E18650E}" dt="2024-04-25T15:38:09.398" v="8238" actId="108"/>
        <pc:sldMkLst>
          <pc:docMk/>
          <pc:sldMk cId="1152974477" sldId="435"/>
        </pc:sldMkLst>
        <pc:spChg chg="mod">
          <ac:chgData name="ניב קופולוביץ" userId="0206eb30-381d-44cb-b094-52bcb345d922" providerId="ADAL" clId="{1547E835-BBCB-40A8-833C-CD344E18650E}" dt="2024-04-25T14:56:49.714" v="8115" actId="20577"/>
          <ac:spMkLst>
            <pc:docMk/>
            <pc:sldMk cId="1152974477" sldId="435"/>
            <ac:spMk id="8" creationId="{2EEE3CD3-DF6F-A69E-B06D-D7660982E403}"/>
          </ac:spMkLst>
        </pc:spChg>
        <pc:spChg chg="mod">
          <ac:chgData name="ניב קופולוביץ" userId="0206eb30-381d-44cb-b094-52bcb345d922" providerId="ADAL" clId="{1547E835-BBCB-40A8-833C-CD344E18650E}" dt="2024-04-25T14:58:41.139" v="8121" actId="20577"/>
          <ac:spMkLst>
            <pc:docMk/>
            <pc:sldMk cId="1152974477" sldId="435"/>
            <ac:spMk id="9" creationId="{3D198235-B3EC-4400-6030-699492EF7A5D}"/>
          </ac:spMkLst>
        </pc:spChg>
        <pc:spChg chg="mod">
          <ac:chgData name="ניב קופולוביץ" userId="0206eb30-381d-44cb-b094-52bcb345d922" providerId="ADAL" clId="{1547E835-BBCB-40A8-833C-CD344E18650E}" dt="2024-04-25T14:55:10.822" v="8087" actId="20577"/>
          <ac:spMkLst>
            <pc:docMk/>
            <pc:sldMk cId="1152974477" sldId="435"/>
            <ac:spMk id="10" creationId="{3098115A-A906-7406-A689-1EDBF257AEC9}"/>
          </ac:spMkLst>
        </pc:spChg>
        <pc:spChg chg="mod">
          <ac:chgData name="ניב קופולוביץ" userId="0206eb30-381d-44cb-b094-52bcb345d922" providerId="ADAL" clId="{1547E835-BBCB-40A8-833C-CD344E18650E}" dt="2024-04-25T14:55:12.435" v="8089" actId="20577"/>
          <ac:spMkLst>
            <pc:docMk/>
            <pc:sldMk cId="1152974477" sldId="435"/>
            <ac:spMk id="11" creationId="{48495ED4-8DFD-95B3-0355-87F4958B5702}"/>
          </ac:spMkLst>
        </pc:spChg>
        <pc:picChg chg="add del mod">
          <ac:chgData name="ניב קופולוביץ" userId="0206eb30-381d-44cb-b094-52bcb345d922" providerId="ADAL" clId="{1547E835-BBCB-40A8-833C-CD344E18650E}" dt="2024-04-25T14:54:00.882" v="8071" actId="478"/>
          <ac:picMkLst>
            <pc:docMk/>
            <pc:sldMk cId="1152974477" sldId="435"/>
            <ac:picMk id="2" creationId="{92C8E00B-6A3C-EB81-62A5-F6B369B09A1B}"/>
          </ac:picMkLst>
        </pc:picChg>
        <pc:picChg chg="add mod">
          <ac:chgData name="ניב קופולוביץ" userId="0206eb30-381d-44cb-b094-52bcb345d922" providerId="ADAL" clId="{1547E835-BBCB-40A8-833C-CD344E18650E}" dt="2024-04-25T15:38:09.398" v="8238" actId="108"/>
          <ac:picMkLst>
            <pc:docMk/>
            <pc:sldMk cId="1152974477" sldId="435"/>
            <ac:picMk id="3" creationId="{C4D475C7-E774-94A6-FDEF-1DA8C7C16A5D}"/>
          </ac:picMkLst>
        </pc:picChg>
        <pc:picChg chg="del">
          <ac:chgData name="ניב קופולוביץ" userId="0206eb30-381d-44cb-b094-52bcb345d922" providerId="ADAL" clId="{1547E835-BBCB-40A8-833C-CD344E18650E}" dt="2024-04-25T14:54:12.845" v="8075" actId="478"/>
          <ac:picMkLst>
            <pc:docMk/>
            <pc:sldMk cId="1152974477" sldId="435"/>
            <ac:picMk id="5" creationId="{0038C186-5D9B-9141-9496-9C10FFFF9A01}"/>
          </ac:picMkLst>
        </pc:picChg>
        <pc:picChg chg="mod">
          <ac:chgData name="ניב קופולוביץ" userId="0206eb30-381d-44cb-b094-52bcb345d922" providerId="ADAL" clId="{1547E835-BBCB-40A8-833C-CD344E18650E}" dt="2024-04-25T15:38:07.700" v="8237" actId="108"/>
          <ac:picMkLst>
            <pc:docMk/>
            <pc:sldMk cId="1152974477" sldId="435"/>
            <ac:picMk id="12" creationId="{96DDA6BD-2FB9-4C55-FFB0-E87700E1DE75}"/>
          </ac:picMkLst>
        </pc:picChg>
      </pc:sldChg>
      <pc:sldChg chg="modSp add mod">
        <pc:chgData name="ניב קופולוביץ" userId="0206eb30-381d-44cb-b094-52bcb345d922" providerId="ADAL" clId="{1547E835-BBCB-40A8-833C-CD344E18650E}" dt="2024-04-25T15:38:04.692" v="8236" actId="108"/>
        <pc:sldMkLst>
          <pc:docMk/>
          <pc:sldMk cId="2718390657" sldId="436"/>
        </pc:sldMkLst>
        <pc:picChg chg="mod">
          <ac:chgData name="ניב קופולוביץ" userId="0206eb30-381d-44cb-b094-52bcb345d922" providerId="ADAL" clId="{1547E835-BBCB-40A8-833C-CD344E18650E}" dt="2024-04-25T15:38:04.692" v="8236" actId="108"/>
          <ac:picMkLst>
            <pc:docMk/>
            <pc:sldMk cId="2718390657" sldId="436"/>
            <ac:picMk id="5" creationId="{0038C186-5D9B-9141-9496-9C10FFFF9A01}"/>
          </ac:picMkLst>
        </pc:picChg>
        <pc:picChg chg="mod">
          <ac:chgData name="ניב קופולוביץ" userId="0206eb30-381d-44cb-b094-52bcb345d922" providerId="ADAL" clId="{1547E835-BBCB-40A8-833C-CD344E18650E}" dt="2024-04-25T15:38:02.225" v="8235" actId="108"/>
          <ac:picMkLst>
            <pc:docMk/>
            <pc:sldMk cId="2718390657" sldId="436"/>
            <ac:picMk id="12" creationId="{96DDA6BD-2FB9-4C55-FFB0-E87700E1DE75}"/>
          </ac:picMkLst>
        </pc:picChg>
      </pc:sldChg>
      <pc:sldChg chg="addSp delSp modSp add mod">
        <pc:chgData name="ניב קופולוביץ" userId="0206eb30-381d-44cb-b094-52bcb345d922" providerId="ADAL" clId="{1547E835-BBCB-40A8-833C-CD344E18650E}" dt="2024-04-25T16:26:52.432" v="8890" actId="20577"/>
        <pc:sldMkLst>
          <pc:docMk/>
          <pc:sldMk cId="276109530" sldId="437"/>
        </pc:sldMkLst>
        <pc:spChg chg="mod">
          <ac:chgData name="ניב קופולוביץ" userId="0206eb30-381d-44cb-b094-52bcb345d922" providerId="ADAL" clId="{1547E835-BBCB-40A8-833C-CD344E18650E}" dt="2024-04-25T16:13:05.204" v="8698" actId="1036"/>
          <ac:spMkLst>
            <pc:docMk/>
            <pc:sldMk cId="276109530" sldId="437"/>
            <ac:spMk id="2" creationId="{BF4F2C32-E81B-C407-683A-A15EC9497B27}"/>
          </ac:spMkLst>
        </pc:spChg>
        <pc:spChg chg="mod">
          <ac:chgData name="ניב קופולוביץ" userId="0206eb30-381d-44cb-b094-52bcb345d922" providerId="ADAL" clId="{1547E835-BBCB-40A8-833C-CD344E18650E}" dt="2024-04-25T16:14:45.452" v="8731" actId="20577"/>
          <ac:spMkLst>
            <pc:docMk/>
            <pc:sldMk cId="276109530" sldId="437"/>
            <ac:spMk id="8" creationId="{A2F48E83-8164-F9B8-4DC7-E7871487DE8B}"/>
          </ac:spMkLst>
        </pc:spChg>
        <pc:spChg chg="mod">
          <ac:chgData name="ניב קופולוביץ" userId="0206eb30-381d-44cb-b094-52bcb345d922" providerId="ADAL" clId="{1547E835-BBCB-40A8-833C-CD344E18650E}" dt="2024-04-25T16:26:52.432" v="8890" actId="20577"/>
          <ac:spMkLst>
            <pc:docMk/>
            <pc:sldMk cId="276109530" sldId="437"/>
            <ac:spMk id="9" creationId="{3D198235-B3EC-4400-6030-699492EF7A5D}"/>
          </ac:spMkLst>
        </pc:spChg>
        <pc:spChg chg="mod">
          <ac:chgData name="ניב קופולוביץ" userId="0206eb30-381d-44cb-b094-52bcb345d922" providerId="ADAL" clId="{1547E835-BBCB-40A8-833C-CD344E18650E}" dt="2024-04-25T16:12:07.080" v="8681" actId="20577"/>
          <ac:spMkLst>
            <pc:docMk/>
            <pc:sldMk cId="276109530" sldId="437"/>
            <ac:spMk id="36" creationId="{032C166A-2D44-4D60-5A4E-1ED7D95BF9A0}"/>
          </ac:spMkLst>
        </pc:spChg>
        <pc:picChg chg="add mod modCrop">
          <ac:chgData name="ניב קופולוביץ" userId="0206eb30-381d-44cb-b094-52bcb345d922" providerId="ADAL" clId="{1547E835-BBCB-40A8-833C-CD344E18650E}" dt="2024-04-25T16:11:32.317" v="8671" actId="14100"/>
          <ac:picMkLst>
            <pc:docMk/>
            <pc:sldMk cId="276109530" sldId="437"/>
            <ac:picMk id="3" creationId="{71916A6B-E72B-2B86-1776-DA26E1839884}"/>
          </ac:picMkLst>
        </pc:picChg>
        <pc:picChg chg="add mod modCrop">
          <ac:chgData name="ניב קופולוביץ" userId="0206eb30-381d-44cb-b094-52bcb345d922" providerId="ADAL" clId="{1547E835-BBCB-40A8-833C-CD344E18650E}" dt="2024-04-25T16:12:00.172" v="8680" actId="1035"/>
          <ac:picMkLst>
            <pc:docMk/>
            <pc:sldMk cId="276109530" sldId="437"/>
            <ac:picMk id="4" creationId="{43D9DB0F-877F-7D9C-6598-8AFD30BB25F9}"/>
          </ac:picMkLst>
        </pc:picChg>
        <pc:picChg chg="add del mod">
          <ac:chgData name="ניב קופולוביץ" userId="0206eb30-381d-44cb-b094-52bcb345d922" providerId="ADAL" clId="{1547E835-BBCB-40A8-833C-CD344E18650E}" dt="2024-04-25T16:19:27.674" v="8778" actId="478"/>
          <ac:picMkLst>
            <pc:docMk/>
            <pc:sldMk cId="276109530" sldId="437"/>
            <ac:picMk id="5" creationId="{2A1E3E69-E915-5CB8-5ACF-8D2A62FD910F}"/>
          </ac:picMkLst>
        </pc:picChg>
        <pc:picChg chg="del">
          <ac:chgData name="ניב קופולוביץ" userId="0206eb30-381d-44cb-b094-52bcb345d922" providerId="ADAL" clId="{1547E835-BBCB-40A8-833C-CD344E18650E}" dt="2024-04-25T16:10:35.628" v="8663" actId="478"/>
          <ac:picMkLst>
            <pc:docMk/>
            <pc:sldMk cId="276109530" sldId="437"/>
            <ac:picMk id="6" creationId="{08D1DEDE-9AF7-4F81-F71C-15866E7E0B3B}"/>
          </ac:picMkLst>
        </pc:picChg>
        <pc:picChg chg="add del">
          <ac:chgData name="ניב קופולוביץ" userId="0206eb30-381d-44cb-b094-52bcb345d922" providerId="ADAL" clId="{1547E835-BBCB-40A8-833C-CD344E18650E}" dt="2024-04-25T16:11:35.109" v="8672" actId="478"/>
          <ac:picMkLst>
            <pc:docMk/>
            <pc:sldMk cId="276109530" sldId="437"/>
            <ac:picMk id="7" creationId="{DA3C2F22-B1FD-8879-03B9-A8DE5F4865A7}"/>
          </ac:picMkLst>
        </pc:picChg>
      </pc:sldChg>
      <pc:sldChg chg="add del ord">
        <pc:chgData name="ניב קופולוביץ" userId="0206eb30-381d-44cb-b094-52bcb345d922" providerId="ADAL" clId="{1547E835-BBCB-40A8-833C-CD344E18650E}" dt="2024-04-25T16:00:39.200" v="8543" actId="47"/>
        <pc:sldMkLst>
          <pc:docMk/>
          <pc:sldMk cId="347587775" sldId="437"/>
        </pc:sldMkLst>
      </pc:sldChg>
      <pc:sldChg chg="addSp delSp modSp add del mod">
        <pc:chgData name="ניב קופולוביץ" userId="0206eb30-381d-44cb-b094-52bcb345d922" providerId="ADAL" clId="{1547E835-BBCB-40A8-833C-CD344E18650E}" dt="2024-04-25T15:57:11.872" v="8477" actId="2696"/>
        <pc:sldMkLst>
          <pc:docMk/>
          <pc:sldMk cId="384646677" sldId="437"/>
        </pc:sldMkLst>
        <pc:spChg chg="del">
          <ac:chgData name="ניב קופולוביץ" userId="0206eb30-381d-44cb-b094-52bcb345d922" providerId="ADAL" clId="{1547E835-BBCB-40A8-833C-CD344E18650E}" dt="2024-04-25T15:49:09.620" v="8337" actId="478"/>
          <ac:spMkLst>
            <pc:docMk/>
            <pc:sldMk cId="384646677" sldId="437"/>
            <ac:spMk id="2" creationId="{BF4F2C32-E81B-C407-683A-A15EC9497B27}"/>
          </ac:spMkLst>
        </pc:spChg>
        <pc:spChg chg="add del mod">
          <ac:chgData name="ניב קופולוביץ" userId="0206eb30-381d-44cb-b094-52bcb345d922" providerId="ADAL" clId="{1547E835-BBCB-40A8-833C-CD344E18650E}" dt="2024-04-25T15:49:12.054" v="8339" actId="478"/>
          <ac:spMkLst>
            <pc:docMk/>
            <pc:sldMk cId="384646677" sldId="437"/>
            <ac:spMk id="4" creationId="{7893D9C9-991E-0CB6-AEC7-4588A8DE09F8}"/>
          </ac:spMkLst>
        </pc:spChg>
        <pc:spChg chg="del">
          <ac:chgData name="ניב קופולוביץ" userId="0206eb30-381d-44cb-b094-52bcb345d922" providerId="ADAL" clId="{1547E835-BBCB-40A8-833C-CD344E18650E}" dt="2024-04-25T15:49:09.620" v="8337" actId="478"/>
          <ac:spMkLst>
            <pc:docMk/>
            <pc:sldMk cId="384646677" sldId="437"/>
            <ac:spMk id="5" creationId="{39B37682-70EC-2254-5A8C-2736D94E9869}"/>
          </ac:spMkLst>
        </pc:spChg>
        <pc:spChg chg="del">
          <ac:chgData name="ניב קופולוביץ" userId="0206eb30-381d-44cb-b094-52bcb345d922" providerId="ADAL" clId="{1547E835-BBCB-40A8-833C-CD344E18650E}" dt="2024-04-25T15:49:09.620" v="8337" actId="478"/>
          <ac:spMkLst>
            <pc:docMk/>
            <pc:sldMk cId="384646677" sldId="437"/>
            <ac:spMk id="8" creationId="{302CABD1-F6EA-071F-D0D7-142A18B7AE05}"/>
          </ac:spMkLst>
        </pc:spChg>
        <pc:spChg chg="del">
          <ac:chgData name="ניב קופולוביץ" userId="0206eb30-381d-44cb-b094-52bcb345d922" providerId="ADAL" clId="{1547E835-BBCB-40A8-833C-CD344E18650E}" dt="2024-04-25T15:49:10.641" v="8338" actId="478"/>
          <ac:spMkLst>
            <pc:docMk/>
            <pc:sldMk cId="384646677" sldId="437"/>
            <ac:spMk id="9" creationId="{3D198235-B3EC-4400-6030-699492EF7A5D}"/>
          </ac:spMkLst>
        </pc:spChg>
        <pc:picChg chg="del">
          <ac:chgData name="ניב קופולוביץ" userId="0206eb30-381d-44cb-b094-52bcb345d922" providerId="ADAL" clId="{1547E835-BBCB-40A8-833C-CD344E18650E}" dt="2024-04-25T15:49:09.620" v="8337" actId="478"/>
          <ac:picMkLst>
            <pc:docMk/>
            <pc:sldMk cId="384646677" sldId="437"/>
            <ac:picMk id="14" creationId="{D3B404C4-08A1-D22E-EF14-C4FFDB10BACF}"/>
          </ac:picMkLst>
        </pc:picChg>
      </pc:sldChg>
      <pc:sldChg chg="modSp add del mod">
        <pc:chgData name="ניב קופולוביץ" userId="0206eb30-381d-44cb-b094-52bcb345d922" providerId="ADAL" clId="{1547E835-BBCB-40A8-833C-CD344E18650E}" dt="2024-04-25T16:13:11.293" v="8699" actId="47"/>
        <pc:sldMkLst>
          <pc:docMk/>
          <pc:sldMk cId="1998746349" sldId="438"/>
        </pc:sldMkLst>
        <pc:spChg chg="mod">
          <ac:chgData name="ניב קופולוביץ" userId="0206eb30-381d-44cb-b094-52bcb345d922" providerId="ADAL" clId="{1547E835-BBCB-40A8-833C-CD344E18650E}" dt="2024-04-25T16:10:29.448" v="8660" actId="20577"/>
          <ac:spMkLst>
            <pc:docMk/>
            <pc:sldMk cId="1998746349" sldId="438"/>
            <ac:spMk id="36" creationId="{032C166A-2D44-4D60-5A4E-1ED7D95BF9A0}"/>
          </ac:spMkLst>
        </pc:spChg>
      </pc:sldChg>
      <pc:sldChg chg="addSp delSp modSp add mod">
        <pc:chgData name="ניב קופולוביץ" userId="0206eb30-381d-44cb-b094-52bcb345d922" providerId="ADAL" clId="{1547E835-BBCB-40A8-833C-CD344E18650E}" dt="2024-04-25T16:26:53.849" v="8891" actId="20577"/>
        <pc:sldMkLst>
          <pc:docMk/>
          <pc:sldMk cId="3528394322" sldId="438"/>
        </pc:sldMkLst>
        <pc:spChg chg="mod">
          <ac:chgData name="ניב קופולוביץ" userId="0206eb30-381d-44cb-b094-52bcb345d922" providerId="ADAL" clId="{1547E835-BBCB-40A8-833C-CD344E18650E}" dt="2024-04-25T16:14:50.302" v="8732" actId="14100"/>
          <ac:spMkLst>
            <pc:docMk/>
            <pc:sldMk cId="3528394322" sldId="438"/>
            <ac:spMk id="2" creationId="{BF4F2C32-E81B-C407-683A-A15EC9497B27}"/>
          </ac:spMkLst>
        </pc:spChg>
        <pc:spChg chg="mod">
          <ac:chgData name="ניב קופולוביץ" userId="0206eb30-381d-44cb-b094-52bcb345d922" providerId="ADAL" clId="{1547E835-BBCB-40A8-833C-CD344E18650E}" dt="2024-04-25T16:14:39.999" v="8729" actId="20577"/>
          <ac:spMkLst>
            <pc:docMk/>
            <pc:sldMk cId="3528394322" sldId="438"/>
            <ac:spMk id="8" creationId="{A2F48E83-8164-F9B8-4DC7-E7871487DE8B}"/>
          </ac:spMkLst>
        </pc:spChg>
        <pc:spChg chg="mod">
          <ac:chgData name="ניב קופולוביץ" userId="0206eb30-381d-44cb-b094-52bcb345d922" providerId="ADAL" clId="{1547E835-BBCB-40A8-833C-CD344E18650E}" dt="2024-04-25T16:26:53.849" v="8891" actId="20577"/>
          <ac:spMkLst>
            <pc:docMk/>
            <pc:sldMk cId="3528394322" sldId="438"/>
            <ac:spMk id="9" creationId="{3D198235-B3EC-4400-6030-699492EF7A5D}"/>
          </ac:spMkLst>
        </pc:spChg>
        <pc:spChg chg="mod">
          <ac:chgData name="ניב קופולוביץ" userId="0206eb30-381d-44cb-b094-52bcb345d922" providerId="ADAL" clId="{1547E835-BBCB-40A8-833C-CD344E18650E}" dt="2024-04-25T16:14:29.946" v="8724" actId="20577"/>
          <ac:spMkLst>
            <pc:docMk/>
            <pc:sldMk cId="3528394322" sldId="438"/>
            <ac:spMk id="36" creationId="{032C166A-2D44-4D60-5A4E-1ED7D95BF9A0}"/>
          </ac:spMkLst>
        </pc:spChg>
        <pc:picChg chg="del">
          <ac:chgData name="ניב קופולוביץ" userId="0206eb30-381d-44cb-b094-52bcb345d922" providerId="ADAL" clId="{1547E835-BBCB-40A8-833C-CD344E18650E}" dt="2024-04-25T16:13:24.496" v="8707" actId="478"/>
          <ac:picMkLst>
            <pc:docMk/>
            <pc:sldMk cId="3528394322" sldId="438"/>
            <ac:picMk id="3" creationId="{71916A6B-E72B-2B86-1776-DA26E1839884}"/>
          </ac:picMkLst>
        </pc:picChg>
        <pc:picChg chg="del">
          <ac:chgData name="ניב קופולוביץ" userId="0206eb30-381d-44cb-b094-52bcb345d922" providerId="ADAL" clId="{1547E835-BBCB-40A8-833C-CD344E18650E}" dt="2024-04-25T16:13:25.945" v="8708" actId="478"/>
          <ac:picMkLst>
            <pc:docMk/>
            <pc:sldMk cId="3528394322" sldId="438"/>
            <ac:picMk id="4" creationId="{43D9DB0F-877F-7D9C-6598-8AFD30BB25F9}"/>
          </ac:picMkLst>
        </pc:picChg>
        <pc:picChg chg="add mod">
          <ac:chgData name="ניב קופולוביץ" userId="0206eb30-381d-44cb-b094-52bcb345d922" providerId="ADAL" clId="{1547E835-BBCB-40A8-833C-CD344E18650E}" dt="2024-04-25T16:13:56.513" v="8713" actId="14100"/>
          <ac:picMkLst>
            <pc:docMk/>
            <pc:sldMk cId="3528394322" sldId="438"/>
            <ac:picMk id="5" creationId="{81EE3693-60CC-8811-1027-B5B0DF2D4494}"/>
          </ac:picMkLst>
        </pc:picChg>
        <pc:picChg chg="add mod">
          <ac:chgData name="ניב קופולוביץ" userId="0206eb30-381d-44cb-b094-52bcb345d922" providerId="ADAL" clId="{1547E835-BBCB-40A8-833C-CD344E18650E}" dt="2024-04-25T16:14:05.177" v="8716" actId="14100"/>
          <ac:picMkLst>
            <pc:docMk/>
            <pc:sldMk cId="3528394322" sldId="438"/>
            <ac:picMk id="6" creationId="{5E728946-21C9-0006-677D-1054A7C911D3}"/>
          </ac:picMkLst>
        </pc:picChg>
      </pc:sldChg>
      <pc:sldChg chg="addSp delSp modSp add mod">
        <pc:chgData name="ניב קופולוביץ" userId="0206eb30-381d-44cb-b094-52bcb345d922" providerId="ADAL" clId="{1547E835-BBCB-40A8-833C-CD344E18650E}" dt="2024-04-25T16:26:55.266" v="8892" actId="20577"/>
        <pc:sldMkLst>
          <pc:docMk/>
          <pc:sldMk cId="1231517845" sldId="439"/>
        </pc:sldMkLst>
        <pc:spChg chg="mod">
          <ac:chgData name="ניב קופולוביץ" userId="0206eb30-381d-44cb-b094-52bcb345d922" providerId="ADAL" clId="{1547E835-BBCB-40A8-833C-CD344E18650E}" dt="2024-04-25T16:16:27.449" v="8761" actId="20577"/>
          <ac:spMkLst>
            <pc:docMk/>
            <pc:sldMk cId="1231517845" sldId="439"/>
            <ac:spMk id="2" creationId="{BF4F2C32-E81B-C407-683A-A15EC9497B27}"/>
          </ac:spMkLst>
        </pc:spChg>
        <pc:spChg chg="mod">
          <ac:chgData name="ניב קופולוביץ" userId="0206eb30-381d-44cb-b094-52bcb345d922" providerId="ADAL" clId="{1547E835-BBCB-40A8-833C-CD344E18650E}" dt="2024-04-25T16:23:42.711" v="8822" actId="20577"/>
          <ac:spMkLst>
            <pc:docMk/>
            <pc:sldMk cId="1231517845" sldId="439"/>
            <ac:spMk id="8" creationId="{A2F48E83-8164-F9B8-4DC7-E7871487DE8B}"/>
          </ac:spMkLst>
        </pc:spChg>
        <pc:spChg chg="mod">
          <ac:chgData name="ניב קופולוביץ" userId="0206eb30-381d-44cb-b094-52bcb345d922" providerId="ADAL" clId="{1547E835-BBCB-40A8-833C-CD344E18650E}" dt="2024-04-25T16:26:55.266" v="8892" actId="20577"/>
          <ac:spMkLst>
            <pc:docMk/>
            <pc:sldMk cId="1231517845" sldId="439"/>
            <ac:spMk id="9" creationId="{3D198235-B3EC-4400-6030-699492EF7A5D}"/>
          </ac:spMkLst>
        </pc:spChg>
        <pc:spChg chg="mod">
          <ac:chgData name="ניב קופולוביץ" userId="0206eb30-381d-44cb-b094-52bcb345d922" providerId="ADAL" clId="{1547E835-BBCB-40A8-833C-CD344E18650E}" dt="2024-04-25T16:16:21.714" v="8755" actId="20577"/>
          <ac:spMkLst>
            <pc:docMk/>
            <pc:sldMk cId="1231517845" sldId="439"/>
            <ac:spMk id="36" creationId="{032C166A-2D44-4D60-5A4E-1ED7D95BF9A0}"/>
          </ac:spMkLst>
        </pc:spChg>
        <pc:picChg chg="add mod">
          <ac:chgData name="ניב קופולוביץ" userId="0206eb30-381d-44cb-b094-52bcb345d922" providerId="ADAL" clId="{1547E835-BBCB-40A8-833C-CD344E18650E}" dt="2024-04-25T16:16:04.056" v="8751" actId="1076"/>
          <ac:picMkLst>
            <pc:docMk/>
            <pc:sldMk cId="1231517845" sldId="439"/>
            <ac:picMk id="3" creationId="{6CF7BF3E-75B6-8B71-4681-4FF923AB229E}"/>
          </ac:picMkLst>
        </pc:picChg>
        <pc:picChg chg="del">
          <ac:chgData name="ניב קופולוביץ" userId="0206eb30-381d-44cb-b094-52bcb345d922" providerId="ADAL" clId="{1547E835-BBCB-40A8-833C-CD344E18650E}" dt="2024-04-25T16:15:21.162" v="8740" actId="478"/>
          <ac:picMkLst>
            <pc:docMk/>
            <pc:sldMk cId="1231517845" sldId="439"/>
            <ac:picMk id="7" creationId="{DA3C2F22-B1FD-8879-03B9-A8DE5F4865A7}"/>
          </ac:picMkLst>
        </pc:picChg>
      </pc:sldChg>
      <pc:sldChg chg="addSp delSp modSp add mod">
        <pc:chgData name="ניב קופולוביץ" userId="0206eb30-381d-44cb-b094-52bcb345d922" providerId="ADAL" clId="{1547E835-BBCB-40A8-833C-CD344E18650E}" dt="2024-04-25T16:26:56.683" v="8893" actId="20577"/>
        <pc:sldMkLst>
          <pc:docMk/>
          <pc:sldMk cId="1478579656" sldId="440"/>
        </pc:sldMkLst>
        <pc:spChg chg="mod">
          <ac:chgData name="ניב קופולוביץ" userId="0206eb30-381d-44cb-b094-52bcb345d922" providerId="ADAL" clId="{1547E835-BBCB-40A8-833C-CD344E18650E}" dt="2024-04-25T16:17:55.025" v="8775"/>
          <ac:spMkLst>
            <pc:docMk/>
            <pc:sldMk cId="1478579656" sldId="440"/>
            <ac:spMk id="2" creationId="{BF4F2C32-E81B-C407-683A-A15EC9497B27}"/>
          </ac:spMkLst>
        </pc:spChg>
        <pc:spChg chg="mod">
          <ac:chgData name="ניב קופולוביץ" userId="0206eb30-381d-44cb-b094-52bcb345d922" providerId="ADAL" clId="{1547E835-BBCB-40A8-833C-CD344E18650E}" dt="2024-04-25T16:23:45.122" v="8823" actId="20577"/>
          <ac:spMkLst>
            <pc:docMk/>
            <pc:sldMk cId="1478579656" sldId="440"/>
            <ac:spMk id="8" creationId="{A2F48E83-8164-F9B8-4DC7-E7871487DE8B}"/>
          </ac:spMkLst>
        </pc:spChg>
        <pc:spChg chg="mod">
          <ac:chgData name="ניב קופולוביץ" userId="0206eb30-381d-44cb-b094-52bcb345d922" providerId="ADAL" clId="{1547E835-BBCB-40A8-833C-CD344E18650E}" dt="2024-04-25T16:26:56.683" v="8893" actId="20577"/>
          <ac:spMkLst>
            <pc:docMk/>
            <pc:sldMk cId="1478579656" sldId="440"/>
            <ac:spMk id="9" creationId="{3D198235-B3EC-4400-6030-699492EF7A5D}"/>
          </ac:spMkLst>
        </pc:spChg>
        <pc:spChg chg="mod">
          <ac:chgData name="ניב קופולוביץ" userId="0206eb30-381d-44cb-b094-52bcb345d922" providerId="ADAL" clId="{1547E835-BBCB-40A8-833C-CD344E18650E}" dt="2024-04-25T16:17:14.185" v="8768" actId="20577"/>
          <ac:spMkLst>
            <pc:docMk/>
            <pc:sldMk cId="1478579656" sldId="440"/>
            <ac:spMk id="36" creationId="{032C166A-2D44-4D60-5A4E-1ED7D95BF9A0}"/>
          </ac:spMkLst>
        </pc:spChg>
        <pc:picChg chg="del">
          <ac:chgData name="ניב קופולוביץ" userId="0206eb30-381d-44cb-b094-52bcb345d922" providerId="ADAL" clId="{1547E835-BBCB-40A8-833C-CD344E18650E}" dt="2024-04-25T16:15:22.585" v="8741" actId="478"/>
          <ac:picMkLst>
            <pc:docMk/>
            <pc:sldMk cId="1478579656" sldId="440"/>
            <ac:picMk id="4" creationId="{43D9DB0F-877F-7D9C-6598-8AFD30BB25F9}"/>
          </ac:picMkLst>
        </pc:picChg>
        <pc:picChg chg="add mod">
          <ac:chgData name="ניב קופולוביץ" userId="0206eb30-381d-44cb-b094-52bcb345d922" providerId="ADAL" clId="{1547E835-BBCB-40A8-833C-CD344E18650E}" dt="2024-04-25T16:16:48.253" v="8765" actId="1076"/>
          <ac:picMkLst>
            <pc:docMk/>
            <pc:sldMk cId="1478579656" sldId="440"/>
            <ac:picMk id="5" creationId="{C56C9401-F09E-B9A7-7DE4-097D3673F716}"/>
          </ac:picMkLst>
        </pc:picChg>
      </pc:sldChg>
      <pc:sldChg chg="addSp delSp modSp add mod">
        <pc:chgData name="ניב קופולוביץ" userId="0206eb30-381d-44cb-b094-52bcb345d922" providerId="ADAL" clId="{1547E835-BBCB-40A8-833C-CD344E18650E}" dt="2024-04-25T16:26:58.446" v="8894" actId="20577"/>
        <pc:sldMkLst>
          <pc:docMk/>
          <pc:sldMk cId="4264709757" sldId="441"/>
        </pc:sldMkLst>
        <pc:spChg chg="mod">
          <ac:chgData name="ניב קופולוביץ" userId="0206eb30-381d-44cb-b094-52bcb345d922" providerId="ADAL" clId="{1547E835-BBCB-40A8-833C-CD344E18650E}" dt="2024-04-25T16:22:11.608" v="8795" actId="14100"/>
          <ac:spMkLst>
            <pc:docMk/>
            <pc:sldMk cId="4264709757" sldId="441"/>
            <ac:spMk id="2" creationId="{BF4F2C32-E81B-C407-683A-A15EC9497B27}"/>
          </ac:spMkLst>
        </pc:spChg>
        <pc:spChg chg="mod">
          <ac:chgData name="ניב קופולוביץ" userId="0206eb30-381d-44cb-b094-52bcb345d922" providerId="ADAL" clId="{1547E835-BBCB-40A8-833C-CD344E18650E}" dt="2024-04-25T16:23:47.817" v="8824" actId="20577"/>
          <ac:spMkLst>
            <pc:docMk/>
            <pc:sldMk cId="4264709757" sldId="441"/>
            <ac:spMk id="8" creationId="{A2F48E83-8164-F9B8-4DC7-E7871487DE8B}"/>
          </ac:spMkLst>
        </pc:spChg>
        <pc:spChg chg="mod">
          <ac:chgData name="ניב קופולוביץ" userId="0206eb30-381d-44cb-b094-52bcb345d922" providerId="ADAL" clId="{1547E835-BBCB-40A8-833C-CD344E18650E}" dt="2024-04-25T16:26:58.446" v="8894" actId="20577"/>
          <ac:spMkLst>
            <pc:docMk/>
            <pc:sldMk cId="4264709757" sldId="441"/>
            <ac:spMk id="9" creationId="{3D198235-B3EC-4400-6030-699492EF7A5D}"/>
          </ac:spMkLst>
        </pc:spChg>
        <pc:spChg chg="mod">
          <ac:chgData name="ניב קופולוביץ" userId="0206eb30-381d-44cb-b094-52bcb345d922" providerId="ADAL" clId="{1547E835-BBCB-40A8-833C-CD344E18650E}" dt="2024-04-25T16:21:42.714" v="8785" actId="20577"/>
          <ac:spMkLst>
            <pc:docMk/>
            <pc:sldMk cId="4264709757" sldId="441"/>
            <ac:spMk id="36" creationId="{032C166A-2D44-4D60-5A4E-1ED7D95BF9A0}"/>
          </ac:spMkLst>
        </pc:spChg>
        <pc:picChg chg="add del mod">
          <ac:chgData name="ניב קופולוביץ" userId="0206eb30-381d-44cb-b094-52bcb345d922" providerId="ADAL" clId="{1547E835-BBCB-40A8-833C-CD344E18650E}" dt="2024-04-25T16:15:55.186" v="8747" actId="21"/>
          <ac:picMkLst>
            <pc:docMk/>
            <pc:sldMk cId="4264709757" sldId="441"/>
            <ac:picMk id="3" creationId="{6CF7BF3E-75B6-8B71-4681-4FF923AB229E}"/>
          </ac:picMkLst>
        </pc:picChg>
        <pc:picChg chg="add mod">
          <ac:chgData name="ניב קופולוביץ" userId="0206eb30-381d-44cb-b094-52bcb345d922" providerId="ADAL" clId="{1547E835-BBCB-40A8-833C-CD344E18650E}" dt="2024-04-25T16:21:24.680" v="8782" actId="1076"/>
          <ac:picMkLst>
            <pc:docMk/>
            <pc:sldMk cId="4264709757" sldId="441"/>
            <ac:picMk id="4" creationId="{98B7B5E8-71B2-F4B6-F2CF-DC0A20929992}"/>
          </ac:picMkLst>
        </pc:picChg>
        <pc:picChg chg="del">
          <ac:chgData name="ניב קופולוביץ" userId="0206eb30-381d-44cb-b094-52bcb345d922" providerId="ADAL" clId="{1547E835-BBCB-40A8-833C-CD344E18650E}" dt="2024-04-25T16:15:24" v="8742" actId="478"/>
          <ac:picMkLst>
            <pc:docMk/>
            <pc:sldMk cId="4264709757" sldId="441"/>
            <ac:picMk id="6" creationId="{5E728946-21C9-0006-677D-1054A7C911D3}"/>
          </ac:picMkLst>
        </pc:picChg>
      </pc:sldChg>
      <pc:sldChg chg="addSp delSp modSp add mod">
        <pc:chgData name="ניב קופולוביץ" userId="0206eb30-381d-44cb-b094-52bcb345d922" providerId="ADAL" clId="{1547E835-BBCB-40A8-833C-CD344E18650E}" dt="2024-04-25T16:27:00.739" v="8895" actId="20577"/>
        <pc:sldMkLst>
          <pc:docMk/>
          <pc:sldMk cId="1553471314" sldId="442"/>
        </pc:sldMkLst>
        <pc:spChg chg="mod">
          <ac:chgData name="ניב קופולוביץ" userId="0206eb30-381d-44cb-b094-52bcb345d922" providerId="ADAL" clId="{1547E835-BBCB-40A8-833C-CD344E18650E}" dt="2024-04-25T16:25:13.543" v="8855" actId="14100"/>
          <ac:spMkLst>
            <pc:docMk/>
            <pc:sldMk cId="1553471314" sldId="442"/>
            <ac:spMk id="2" creationId="{BF4F2C32-E81B-C407-683A-A15EC9497B27}"/>
          </ac:spMkLst>
        </pc:spChg>
        <pc:spChg chg="mod">
          <ac:chgData name="ניב קופולוביץ" userId="0206eb30-381d-44cb-b094-52bcb345d922" providerId="ADAL" clId="{1547E835-BBCB-40A8-833C-CD344E18650E}" dt="2024-04-25T16:25:00.306" v="8848" actId="20577"/>
          <ac:spMkLst>
            <pc:docMk/>
            <pc:sldMk cId="1553471314" sldId="442"/>
            <ac:spMk id="8" creationId="{A2F48E83-8164-F9B8-4DC7-E7871487DE8B}"/>
          </ac:spMkLst>
        </pc:spChg>
        <pc:spChg chg="mod">
          <ac:chgData name="ניב קופולוביץ" userId="0206eb30-381d-44cb-b094-52bcb345d922" providerId="ADAL" clId="{1547E835-BBCB-40A8-833C-CD344E18650E}" dt="2024-04-25T16:27:00.739" v="8895" actId="20577"/>
          <ac:spMkLst>
            <pc:docMk/>
            <pc:sldMk cId="1553471314" sldId="442"/>
            <ac:spMk id="9" creationId="{3D198235-B3EC-4400-6030-699492EF7A5D}"/>
          </ac:spMkLst>
        </pc:spChg>
        <pc:spChg chg="mod">
          <ac:chgData name="ניב קופולוביץ" userId="0206eb30-381d-44cb-b094-52bcb345d922" providerId="ADAL" clId="{1547E835-BBCB-40A8-833C-CD344E18650E}" dt="2024-04-25T16:24:58.905" v="8846" actId="20577"/>
          <ac:spMkLst>
            <pc:docMk/>
            <pc:sldMk cId="1553471314" sldId="442"/>
            <ac:spMk id="36" creationId="{032C166A-2D44-4D60-5A4E-1ED7D95BF9A0}"/>
          </ac:spMkLst>
        </pc:spChg>
        <pc:picChg chg="del">
          <ac:chgData name="ניב קופולוביץ" userId="0206eb30-381d-44cb-b094-52bcb345d922" providerId="ADAL" clId="{1547E835-BBCB-40A8-833C-CD344E18650E}" dt="2024-04-25T16:24:15.596" v="8834" actId="478"/>
          <ac:picMkLst>
            <pc:docMk/>
            <pc:sldMk cId="1553471314" sldId="442"/>
            <ac:picMk id="3" creationId="{6CF7BF3E-75B6-8B71-4681-4FF923AB229E}"/>
          </ac:picMkLst>
        </pc:picChg>
        <pc:picChg chg="add mod">
          <ac:chgData name="ניב קופולוביץ" userId="0206eb30-381d-44cb-b094-52bcb345d922" providerId="ADAL" clId="{1547E835-BBCB-40A8-833C-CD344E18650E}" dt="2024-04-25T16:24:50.701" v="8844" actId="14100"/>
          <ac:picMkLst>
            <pc:docMk/>
            <pc:sldMk cId="1553471314" sldId="442"/>
            <ac:picMk id="4" creationId="{29609AF5-4C97-86E8-2FE4-A18DDEC721C6}"/>
          </ac:picMkLst>
        </pc:picChg>
      </pc:sldChg>
      <pc:sldChg chg="addSp delSp modSp add mod">
        <pc:chgData name="ניב קופולוביץ" userId="0206eb30-381d-44cb-b094-52bcb345d922" providerId="ADAL" clId="{1547E835-BBCB-40A8-833C-CD344E18650E}" dt="2024-04-25T16:27:02.291" v="8896" actId="20577"/>
        <pc:sldMkLst>
          <pc:docMk/>
          <pc:sldMk cId="3523083527" sldId="443"/>
        </pc:sldMkLst>
        <pc:spChg chg="mod">
          <ac:chgData name="ניב קופולוביץ" userId="0206eb30-381d-44cb-b094-52bcb345d922" providerId="ADAL" clId="{1547E835-BBCB-40A8-833C-CD344E18650E}" dt="2024-04-25T16:25:54.368" v="8873" actId="20577"/>
          <ac:spMkLst>
            <pc:docMk/>
            <pc:sldMk cId="3523083527" sldId="443"/>
            <ac:spMk id="2" creationId="{BF4F2C32-E81B-C407-683A-A15EC9497B27}"/>
          </ac:spMkLst>
        </pc:spChg>
        <pc:spChg chg="mod">
          <ac:chgData name="ניב קופולוביץ" userId="0206eb30-381d-44cb-b094-52bcb345d922" providerId="ADAL" clId="{1547E835-BBCB-40A8-833C-CD344E18650E}" dt="2024-04-25T16:25:48.082" v="8866" actId="20577"/>
          <ac:spMkLst>
            <pc:docMk/>
            <pc:sldMk cId="3523083527" sldId="443"/>
            <ac:spMk id="8" creationId="{A2F48E83-8164-F9B8-4DC7-E7871487DE8B}"/>
          </ac:spMkLst>
        </pc:spChg>
        <pc:spChg chg="mod">
          <ac:chgData name="ניב קופולוביץ" userId="0206eb30-381d-44cb-b094-52bcb345d922" providerId="ADAL" clId="{1547E835-BBCB-40A8-833C-CD344E18650E}" dt="2024-04-25T16:27:02.291" v="8896" actId="20577"/>
          <ac:spMkLst>
            <pc:docMk/>
            <pc:sldMk cId="3523083527" sldId="443"/>
            <ac:spMk id="9" creationId="{3D198235-B3EC-4400-6030-699492EF7A5D}"/>
          </ac:spMkLst>
        </pc:spChg>
        <pc:spChg chg="mod">
          <ac:chgData name="ניב קופולוביץ" userId="0206eb30-381d-44cb-b094-52bcb345d922" providerId="ADAL" clId="{1547E835-BBCB-40A8-833C-CD344E18650E}" dt="2024-04-25T16:25:46.633" v="8864" actId="20577"/>
          <ac:spMkLst>
            <pc:docMk/>
            <pc:sldMk cId="3523083527" sldId="443"/>
            <ac:spMk id="36" creationId="{032C166A-2D44-4D60-5A4E-1ED7D95BF9A0}"/>
          </ac:spMkLst>
        </pc:spChg>
        <pc:picChg chg="add mod">
          <ac:chgData name="ניב קופולוביץ" userId="0206eb30-381d-44cb-b094-52bcb345d922" providerId="ADAL" clId="{1547E835-BBCB-40A8-833C-CD344E18650E}" dt="2024-04-25T16:25:29.265" v="8859" actId="1076"/>
          <ac:picMkLst>
            <pc:docMk/>
            <pc:sldMk cId="3523083527" sldId="443"/>
            <ac:picMk id="4" creationId="{DFC29E93-6CEE-A6E4-CEFF-083FC7A47B22}"/>
          </ac:picMkLst>
        </pc:picChg>
        <pc:picChg chg="del">
          <ac:chgData name="ניב קופולוביץ" userId="0206eb30-381d-44cb-b094-52bcb345d922" providerId="ADAL" clId="{1547E835-BBCB-40A8-833C-CD344E18650E}" dt="2024-04-25T16:24:16.988" v="8835" actId="478"/>
          <ac:picMkLst>
            <pc:docMk/>
            <pc:sldMk cId="3523083527" sldId="443"/>
            <ac:picMk id="5" creationId="{C56C9401-F09E-B9A7-7DE4-097D3673F716}"/>
          </ac:picMkLst>
        </pc:picChg>
      </pc:sldChg>
      <pc:sldChg chg="addSp delSp modSp add mod">
        <pc:chgData name="ניב קופולוביץ" userId="0206eb30-381d-44cb-b094-52bcb345d922" providerId="ADAL" clId="{1547E835-BBCB-40A8-833C-CD344E18650E}" dt="2024-04-25T16:27:04.664" v="8897" actId="20577"/>
        <pc:sldMkLst>
          <pc:docMk/>
          <pc:sldMk cId="3639910573" sldId="444"/>
        </pc:sldMkLst>
        <pc:spChg chg="mod">
          <ac:chgData name="ניב קופולוביץ" userId="0206eb30-381d-44cb-b094-52bcb345d922" providerId="ADAL" clId="{1547E835-BBCB-40A8-833C-CD344E18650E}" dt="2024-04-25T16:26:37.674" v="8886" actId="14100"/>
          <ac:spMkLst>
            <pc:docMk/>
            <pc:sldMk cId="3639910573" sldId="444"/>
            <ac:spMk id="2" creationId="{BF4F2C32-E81B-C407-683A-A15EC9497B27}"/>
          </ac:spMkLst>
        </pc:spChg>
        <pc:spChg chg="mod">
          <ac:chgData name="ניב קופולוביץ" userId="0206eb30-381d-44cb-b094-52bcb345d922" providerId="ADAL" clId="{1547E835-BBCB-40A8-833C-CD344E18650E}" dt="2024-04-25T16:26:09.479" v="8877" actId="20577"/>
          <ac:spMkLst>
            <pc:docMk/>
            <pc:sldMk cId="3639910573" sldId="444"/>
            <ac:spMk id="8" creationId="{A2F48E83-8164-F9B8-4DC7-E7871487DE8B}"/>
          </ac:spMkLst>
        </pc:spChg>
        <pc:spChg chg="mod">
          <ac:chgData name="ניב קופולוביץ" userId="0206eb30-381d-44cb-b094-52bcb345d922" providerId="ADAL" clId="{1547E835-BBCB-40A8-833C-CD344E18650E}" dt="2024-04-25T16:27:04.664" v="8897" actId="20577"/>
          <ac:spMkLst>
            <pc:docMk/>
            <pc:sldMk cId="3639910573" sldId="444"/>
            <ac:spMk id="9" creationId="{3D198235-B3EC-4400-6030-699492EF7A5D}"/>
          </ac:spMkLst>
        </pc:spChg>
        <pc:spChg chg="mod">
          <ac:chgData name="ניב קופולוביץ" userId="0206eb30-381d-44cb-b094-52bcb345d922" providerId="ADAL" clId="{1547E835-BBCB-40A8-833C-CD344E18650E}" dt="2024-04-25T16:26:08.024" v="8875" actId="20577"/>
          <ac:spMkLst>
            <pc:docMk/>
            <pc:sldMk cId="3639910573" sldId="444"/>
            <ac:spMk id="36" creationId="{032C166A-2D44-4D60-5A4E-1ED7D95BF9A0}"/>
          </ac:spMkLst>
        </pc:spChg>
        <pc:picChg chg="add del mod">
          <ac:chgData name="ניב קופולוביץ" userId="0206eb30-381d-44cb-b094-52bcb345d922" providerId="ADAL" clId="{1547E835-BBCB-40A8-833C-CD344E18650E}" dt="2024-04-25T16:24:42.399" v="8840" actId="21"/>
          <ac:picMkLst>
            <pc:docMk/>
            <pc:sldMk cId="3639910573" sldId="444"/>
            <ac:picMk id="3" creationId="{29609AF5-4C97-86E8-2FE4-A18DDEC721C6}"/>
          </ac:picMkLst>
        </pc:picChg>
        <pc:picChg chg="del">
          <ac:chgData name="ניב קופולוביץ" userId="0206eb30-381d-44cb-b094-52bcb345d922" providerId="ADAL" clId="{1547E835-BBCB-40A8-833C-CD344E18650E}" dt="2024-04-25T16:24:18.252" v="8836" actId="478"/>
          <ac:picMkLst>
            <pc:docMk/>
            <pc:sldMk cId="3639910573" sldId="444"/>
            <ac:picMk id="4" creationId="{98B7B5E8-71B2-F4B6-F2CF-DC0A20929992}"/>
          </ac:picMkLst>
        </pc:picChg>
        <pc:picChg chg="add mod">
          <ac:chgData name="ניב קופולוביץ" userId="0206eb30-381d-44cb-b094-52bcb345d922" providerId="ADAL" clId="{1547E835-BBCB-40A8-833C-CD344E18650E}" dt="2024-04-25T16:26:29.633" v="8884" actId="14100"/>
          <ac:picMkLst>
            <pc:docMk/>
            <pc:sldMk cId="3639910573" sldId="444"/>
            <ac:picMk id="6" creationId="{7E91C642-A92F-1FB2-4B43-35E33F3F4B95}"/>
          </ac:picMkLst>
        </pc:picChg>
      </pc:sldChg>
      <pc:sldChg chg="addSp delSp modSp add mod">
        <pc:chgData name="ניב קופולוביץ" userId="0206eb30-381d-44cb-b094-52bcb345d922" providerId="ADAL" clId="{1547E835-BBCB-40A8-833C-CD344E18650E}" dt="2024-04-26T10:45:22.091" v="9789" actId="20577"/>
        <pc:sldMkLst>
          <pc:docMk/>
          <pc:sldMk cId="854121814" sldId="445"/>
        </pc:sldMkLst>
        <pc:spChg chg="mod">
          <ac:chgData name="ניב קופולוביץ" userId="0206eb30-381d-44cb-b094-52bcb345d922" providerId="ADAL" clId="{1547E835-BBCB-40A8-833C-CD344E18650E}" dt="2024-04-26T10:45:22.091" v="9789" actId="20577"/>
          <ac:spMkLst>
            <pc:docMk/>
            <pc:sldMk cId="854121814" sldId="445"/>
            <ac:spMk id="2" creationId="{A62DD75E-1F26-51B5-6C21-248EBAA97F91}"/>
          </ac:spMkLst>
        </pc:spChg>
        <pc:spChg chg="del">
          <ac:chgData name="ניב קופולוביץ" userId="0206eb30-381d-44cb-b094-52bcb345d922" providerId="ADAL" clId="{1547E835-BBCB-40A8-833C-CD344E18650E}" dt="2024-04-26T09:57:36.034" v="9776" actId="478"/>
          <ac:spMkLst>
            <pc:docMk/>
            <pc:sldMk cId="854121814" sldId="445"/>
            <ac:spMk id="8" creationId="{7DA2E2DA-269E-9B40-AE89-B6FD45537670}"/>
          </ac:spMkLst>
        </pc:spChg>
        <pc:spChg chg="del">
          <ac:chgData name="ניב קופולוביץ" userId="0206eb30-381d-44cb-b094-52bcb345d922" providerId="ADAL" clId="{1547E835-BBCB-40A8-833C-CD344E18650E}" dt="2024-04-26T09:57:36.034" v="9776" actId="478"/>
          <ac:spMkLst>
            <pc:docMk/>
            <pc:sldMk cId="854121814" sldId="445"/>
            <ac:spMk id="9" creationId="{C782B83D-0B16-6C54-00AD-60B8AB49F27B}"/>
          </ac:spMkLst>
        </pc:spChg>
        <pc:spChg chg="del">
          <ac:chgData name="ניב קופולוביץ" userId="0206eb30-381d-44cb-b094-52bcb345d922" providerId="ADAL" clId="{1547E835-BBCB-40A8-833C-CD344E18650E}" dt="2024-04-25T17:24:48.033" v="9362" actId="478"/>
          <ac:spMkLst>
            <pc:docMk/>
            <pc:sldMk cId="854121814" sldId="445"/>
            <ac:spMk id="23" creationId="{03503C9A-0DAD-D9D0-1FCE-7AAB3AD52610}"/>
          </ac:spMkLst>
        </pc:spChg>
        <pc:picChg chg="add mod">
          <ac:chgData name="ניב קופולוביץ" userId="0206eb30-381d-44cb-b094-52bcb345d922" providerId="ADAL" clId="{1547E835-BBCB-40A8-833C-CD344E18650E}" dt="2024-04-26T10:45:11.619" v="9781" actId="962"/>
          <ac:picMkLst>
            <pc:docMk/>
            <pc:sldMk cId="854121814" sldId="445"/>
            <ac:picMk id="4" creationId="{E27A1F59-7962-C058-F9EE-F136EE02275C}"/>
          </ac:picMkLst>
        </pc:picChg>
        <pc:picChg chg="del">
          <ac:chgData name="ניב קופולוביץ" userId="0206eb30-381d-44cb-b094-52bcb345d922" providerId="ADAL" clId="{1547E835-BBCB-40A8-833C-CD344E18650E}" dt="2024-04-25T17:24:46.105" v="9360" actId="478"/>
          <ac:picMkLst>
            <pc:docMk/>
            <pc:sldMk cId="854121814" sldId="445"/>
            <ac:picMk id="5" creationId="{C5485939-748C-A6DB-3A82-13DA01E71964}"/>
          </ac:picMkLst>
        </pc:picChg>
        <pc:picChg chg="del">
          <ac:chgData name="ניב קופולוביץ" userId="0206eb30-381d-44cb-b094-52bcb345d922" providerId="ADAL" clId="{1547E835-BBCB-40A8-833C-CD344E18650E}" dt="2024-04-25T17:24:46.578" v="9361" actId="478"/>
          <ac:picMkLst>
            <pc:docMk/>
            <pc:sldMk cId="854121814" sldId="445"/>
            <ac:picMk id="7" creationId="{70999346-B886-5FB8-226F-3C0968C92DC5}"/>
          </ac:picMkLst>
        </pc:picChg>
      </pc:sldChg>
      <pc:sldChg chg="add del">
        <pc:chgData name="ניב קופולוביץ" userId="0206eb30-381d-44cb-b094-52bcb345d922" providerId="ADAL" clId="{1547E835-BBCB-40A8-833C-CD344E18650E}" dt="2024-04-25T16:27:12.777" v="8898" actId="47"/>
        <pc:sldMkLst>
          <pc:docMk/>
          <pc:sldMk cId="2130494918" sldId="445"/>
        </pc:sldMkLst>
      </pc:sldChg>
      <pc:sldChg chg="addSp delSp modSp add mod">
        <pc:chgData name="ניב קופולוביץ" userId="0206eb30-381d-44cb-b094-52bcb345d922" providerId="ADAL" clId="{1547E835-BBCB-40A8-833C-CD344E18650E}" dt="2024-04-26T13:47:54.294" v="10044" actId="1076"/>
        <pc:sldMkLst>
          <pc:docMk/>
          <pc:sldMk cId="3795128085" sldId="446"/>
        </pc:sldMkLst>
        <pc:spChg chg="mod">
          <ac:chgData name="ניב קופולוביץ" userId="0206eb30-381d-44cb-b094-52bcb345d922" providerId="ADAL" clId="{1547E835-BBCB-40A8-833C-CD344E18650E}" dt="2024-04-25T17:18:23.625" v="9239" actId="20577"/>
          <ac:spMkLst>
            <pc:docMk/>
            <pc:sldMk cId="3795128085" sldId="446"/>
            <ac:spMk id="2" creationId="{A62DD75E-1F26-51B5-6C21-248EBAA97F91}"/>
          </ac:spMkLst>
        </pc:spChg>
        <pc:spChg chg="mod">
          <ac:chgData name="ניב קופולוביץ" userId="0206eb30-381d-44cb-b094-52bcb345d922" providerId="ADAL" clId="{1547E835-BBCB-40A8-833C-CD344E18650E}" dt="2024-04-25T17:24:35.150" v="9353" actId="20577"/>
          <ac:spMkLst>
            <pc:docMk/>
            <pc:sldMk cId="3795128085" sldId="446"/>
            <ac:spMk id="8" creationId="{7DA2E2DA-269E-9B40-AE89-B6FD45537670}"/>
          </ac:spMkLst>
        </pc:spChg>
        <pc:spChg chg="del mod">
          <ac:chgData name="ניב קופולוביץ" userId="0206eb30-381d-44cb-b094-52bcb345d922" providerId="ADAL" clId="{1547E835-BBCB-40A8-833C-CD344E18650E}" dt="2024-04-25T17:23:33.466" v="9326" actId="478"/>
          <ac:spMkLst>
            <pc:docMk/>
            <pc:sldMk cId="3795128085" sldId="446"/>
            <ac:spMk id="9" creationId="{C782B83D-0B16-6C54-00AD-60B8AB49F27B}"/>
          </ac:spMkLst>
        </pc:spChg>
        <pc:spChg chg="add mod">
          <ac:chgData name="ניב קופולוביץ" userId="0206eb30-381d-44cb-b094-52bcb345d922" providerId="ADAL" clId="{1547E835-BBCB-40A8-833C-CD344E18650E}" dt="2024-04-25T17:24:38.771" v="9357" actId="20577"/>
          <ac:spMkLst>
            <pc:docMk/>
            <pc:sldMk cId="3795128085" sldId="446"/>
            <ac:spMk id="11" creationId="{ECECF70D-D3AB-DDD4-8DA4-47897F653228}"/>
          </ac:spMkLst>
        </pc:spChg>
        <pc:spChg chg="add mod">
          <ac:chgData name="ניב קופולוביץ" userId="0206eb30-381d-44cb-b094-52bcb345d922" providerId="ADAL" clId="{1547E835-BBCB-40A8-833C-CD344E18650E}" dt="2024-04-25T17:24:36.857" v="9355" actId="20577"/>
          <ac:spMkLst>
            <pc:docMk/>
            <pc:sldMk cId="3795128085" sldId="446"/>
            <ac:spMk id="14" creationId="{235DC944-31E2-46D5-6938-F30DC92A6C94}"/>
          </ac:spMkLst>
        </pc:spChg>
        <pc:spChg chg="add mod ord">
          <ac:chgData name="ניב קופולוביץ" userId="0206eb30-381d-44cb-b094-52bcb345d922" providerId="ADAL" clId="{1547E835-BBCB-40A8-833C-CD344E18650E}" dt="2024-04-26T13:47:54.294" v="10044" actId="1076"/>
          <ac:spMkLst>
            <pc:docMk/>
            <pc:sldMk cId="3795128085" sldId="446"/>
            <ac:spMk id="17" creationId="{828CAB34-F0B3-2F05-6D83-E64D48B278BF}"/>
          </ac:spMkLst>
        </pc:spChg>
        <pc:spChg chg="del">
          <ac:chgData name="ניב קופולוביץ" userId="0206eb30-381d-44cb-b094-52bcb345d922" providerId="ADAL" clId="{1547E835-BBCB-40A8-833C-CD344E18650E}" dt="2024-04-25T17:14:00.465" v="9181" actId="478"/>
          <ac:spMkLst>
            <pc:docMk/>
            <pc:sldMk cId="3795128085" sldId="446"/>
            <ac:spMk id="23" creationId="{03503C9A-0DAD-D9D0-1FCE-7AAB3AD52610}"/>
          </ac:spMkLst>
        </pc:spChg>
        <pc:picChg chg="add mod">
          <ac:chgData name="ניב קופולוביץ" userId="0206eb30-381d-44cb-b094-52bcb345d922" providerId="ADAL" clId="{1547E835-BBCB-40A8-833C-CD344E18650E}" dt="2024-04-25T17:21:47.164" v="9248" actId="14100"/>
          <ac:picMkLst>
            <pc:docMk/>
            <pc:sldMk cId="3795128085" sldId="446"/>
            <ac:picMk id="4" creationId="{CA012694-1C8E-8226-D1D9-008CC1C5ECFB}"/>
          </ac:picMkLst>
        </pc:picChg>
        <pc:picChg chg="add mod">
          <ac:chgData name="ניב קופולוביץ" userId="0206eb30-381d-44cb-b094-52bcb345d922" providerId="ADAL" clId="{1547E835-BBCB-40A8-833C-CD344E18650E}" dt="2024-04-26T13:47:03.034" v="10034" actId="1076"/>
          <ac:picMkLst>
            <pc:docMk/>
            <pc:sldMk cId="3795128085" sldId="446"/>
            <ac:picMk id="5" creationId="{7FF86155-5E74-160A-3890-994A0F76EB0D}"/>
          </ac:picMkLst>
        </pc:picChg>
        <pc:picChg chg="del">
          <ac:chgData name="ניב קופולוביץ" userId="0206eb30-381d-44cb-b094-52bcb345d922" providerId="ADAL" clId="{1547E835-BBCB-40A8-833C-CD344E18650E}" dt="2024-04-25T17:14:04.049" v="9182" actId="478"/>
          <ac:picMkLst>
            <pc:docMk/>
            <pc:sldMk cId="3795128085" sldId="446"/>
            <ac:picMk id="5" creationId="{C5485939-748C-A6DB-3A82-13DA01E71964}"/>
          </ac:picMkLst>
        </pc:picChg>
        <pc:picChg chg="del">
          <ac:chgData name="ניב קופולוביץ" userId="0206eb30-381d-44cb-b094-52bcb345d922" providerId="ADAL" clId="{1547E835-BBCB-40A8-833C-CD344E18650E}" dt="2024-04-25T17:14:05.898" v="9183" actId="478"/>
          <ac:picMkLst>
            <pc:docMk/>
            <pc:sldMk cId="3795128085" sldId="446"/>
            <ac:picMk id="7" creationId="{70999346-B886-5FB8-226F-3C0968C92DC5}"/>
          </ac:picMkLst>
        </pc:picChg>
        <pc:picChg chg="add mod">
          <ac:chgData name="ניב קופולוביץ" userId="0206eb30-381d-44cb-b094-52bcb345d922" providerId="ADAL" clId="{1547E835-BBCB-40A8-833C-CD344E18650E}" dt="2024-04-26T13:47:49.956" v="10042" actId="1076"/>
          <ac:picMkLst>
            <pc:docMk/>
            <pc:sldMk cId="3795128085" sldId="446"/>
            <ac:picMk id="7" creationId="{B1B68EBB-5413-8B36-C041-3EC14F7BC09D}"/>
          </ac:picMkLst>
        </pc:picChg>
        <pc:picChg chg="add mod">
          <ac:chgData name="ניב קופולוביץ" userId="0206eb30-381d-44cb-b094-52bcb345d922" providerId="ADAL" clId="{1547E835-BBCB-40A8-833C-CD344E18650E}" dt="2024-04-25T17:22:17.762" v="9273" actId="1036"/>
          <ac:picMkLst>
            <pc:docMk/>
            <pc:sldMk cId="3795128085" sldId="446"/>
            <ac:picMk id="10" creationId="{1F46E899-C855-A632-4210-91A9987C04C1}"/>
          </ac:picMkLst>
        </pc:picChg>
        <pc:picChg chg="add del mod">
          <ac:chgData name="ניב קופולוביץ" userId="0206eb30-381d-44cb-b094-52bcb345d922" providerId="ADAL" clId="{1547E835-BBCB-40A8-833C-CD344E18650E}" dt="2024-04-26T13:46:52.529" v="10029" actId="478"/>
          <ac:picMkLst>
            <pc:docMk/>
            <pc:sldMk cId="3795128085" sldId="446"/>
            <ac:picMk id="13" creationId="{4FEE1A28-4B8E-58E5-3B37-C5DFD4A58E0E}"/>
          </ac:picMkLst>
        </pc:picChg>
        <pc:picChg chg="add del mod">
          <ac:chgData name="ניב קופולוביץ" userId="0206eb30-381d-44cb-b094-52bcb345d922" providerId="ADAL" clId="{1547E835-BBCB-40A8-833C-CD344E18650E}" dt="2024-04-26T13:47:05.669" v="10035" actId="478"/>
          <ac:picMkLst>
            <pc:docMk/>
            <pc:sldMk cId="3795128085" sldId="446"/>
            <ac:picMk id="16" creationId="{64746D0D-4E46-13D1-448F-3CE9063C7049}"/>
          </ac:picMkLst>
        </pc:picChg>
      </pc:sldChg>
      <pc:sldChg chg="addSp delSp modSp add mod">
        <pc:chgData name="ניב קופולוביץ" userId="0206eb30-381d-44cb-b094-52bcb345d922" providerId="ADAL" clId="{1547E835-BBCB-40A8-833C-CD344E18650E}" dt="2024-04-26T11:51:47.623" v="9837" actId="1076"/>
        <pc:sldMkLst>
          <pc:docMk/>
          <pc:sldMk cId="3441639576" sldId="447"/>
        </pc:sldMkLst>
        <pc:spChg chg="mod">
          <ac:chgData name="ניב קופולוביץ" userId="0206eb30-381d-44cb-b094-52bcb345d922" providerId="ADAL" clId="{1547E835-BBCB-40A8-833C-CD344E18650E}" dt="2024-04-26T11:00:06.683" v="9804" actId="108"/>
          <ac:spMkLst>
            <pc:docMk/>
            <pc:sldMk cId="3441639576" sldId="447"/>
            <ac:spMk id="2" creationId="{A62DD75E-1F26-51B5-6C21-248EBAA97F91}"/>
          </ac:spMkLst>
        </pc:spChg>
        <pc:picChg chg="del">
          <ac:chgData name="ניב קופולוביץ" userId="0206eb30-381d-44cb-b094-52bcb345d922" providerId="ADAL" clId="{1547E835-BBCB-40A8-833C-CD344E18650E}" dt="2024-04-26T10:45:37.732" v="9794" actId="478"/>
          <ac:picMkLst>
            <pc:docMk/>
            <pc:sldMk cId="3441639576" sldId="447"/>
            <ac:picMk id="4" creationId="{E27A1F59-7962-C058-F9EE-F136EE02275C}"/>
          </ac:picMkLst>
        </pc:picChg>
        <pc:picChg chg="add del mod">
          <ac:chgData name="ניב קופולוביץ" userId="0206eb30-381d-44cb-b094-52bcb345d922" providerId="ADAL" clId="{1547E835-BBCB-40A8-833C-CD344E18650E}" dt="2024-04-26T11:51:41.731" v="9831" actId="478"/>
          <ac:picMkLst>
            <pc:docMk/>
            <pc:sldMk cId="3441639576" sldId="447"/>
            <ac:picMk id="5" creationId="{AFD15424-A2F7-A102-9D60-A78B7FD59071}"/>
          </ac:picMkLst>
        </pc:picChg>
        <pc:picChg chg="add mod">
          <ac:chgData name="ניב קופולוביץ" userId="0206eb30-381d-44cb-b094-52bcb345d922" providerId="ADAL" clId="{1547E835-BBCB-40A8-833C-CD344E18650E}" dt="2024-04-26T11:51:47.623" v="9837" actId="1076"/>
          <ac:picMkLst>
            <pc:docMk/>
            <pc:sldMk cId="3441639576" sldId="447"/>
            <ac:picMk id="7" creationId="{ACFDF4A5-AA81-5D1B-6873-1B1B9A09A3D8}"/>
          </ac:picMkLst>
        </pc:picChg>
      </pc:sldChg>
      <pc:sldChg chg="addSp delSp modSp add mod">
        <pc:chgData name="ניב קופולוביץ" userId="0206eb30-381d-44cb-b094-52bcb345d922" providerId="ADAL" clId="{1547E835-BBCB-40A8-833C-CD344E18650E}" dt="2024-04-26T11:42:19.245" v="9825" actId="14100"/>
        <pc:sldMkLst>
          <pc:docMk/>
          <pc:sldMk cId="2088501976" sldId="448"/>
        </pc:sldMkLst>
        <pc:spChg chg="mod">
          <ac:chgData name="ניב קופולוביץ" userId="0206eb30-381d-44cb-b094-52bcb345d922" providerId="ADAL" clId="{1547E835-BBCB-40A8-833C-CD344E18650E}" dt="2024-04-26T11:42:19.245" v="9825" actId="14100"/>
          <ac:spMkLst>
            <pc:docMk/>
            <pc:sldMk cId="2088501976" sldId="448"/>
            <ac:spMk id="2" creationId="{A62DD75E-1F26-51B5-6C21-248EBAA97F91}"/>
          </ac:spMkLst>
        </pc:spChg>
        <pc:picChg chg="del">
          <ac:chgData name="ניב קופולוביץ" userId="0206eb30-381d-44cb-b094-52bcb345d922" providerId="ADAL" clId="{1547E835-BBCB-40A8-833C-CD344E18650E}" dt="2024-04-26T10:45:38.878" v="9795" actId="478"/>
          <ac:picMkLst>
            <pc:docMk/>
            <pc:sldMk cId="2088501976" sldId="448"/>
            <ac:picMk id="4" creationId="{E27A1F59-7962-C058-F9EE-F136EE02275C}"/>
          </ac:picMkLst>
        </pc:picChg>
        <pc:picChg chg="add mod">
          <ac:chgData name="ניב קופולוביץ" userId="0206eb30-381d-44cb-b094-52bcb345d922" providerId="ADAL" clId="{1547E835-BBCB-40A8-833C-CD344E18650E}" dt="2024-04-26T11:42:10.949" v="9823" actId="1035"/>
          <ac:picMkLst>
            <pc:docMk/>
            <pc:sldMk cId="2088501976" sldId="448"/>
            <ac:picMk id="5" creationId="{6355C9F5-E5C2-242E-F7DA-61DF0ABF461A}"/>
          </ac:picMkLst>
        </pc:picChg>
      </pc:sldChg>
      <pc:sldChg chg="addSp delSp modSp add mod">
        <pc:chgData name="ניב קופולוביץ" userId="0206eb30-381d-44cb-b094-52bcb345d922" providerId="ADAL" clId="{1547E835-BBCB-40A8-833C-CD344E18650E}" dt="2024-04-26T11:57:28.600" v="9842" actId="1076"/>
        <pc:sldMkLst>
          <pc:docMk/>
          <pc:sldMk cId="1933671456" sldId="449"/>
        </pc:sldMkLst>
        <pc:spChg chg="mod">
          <ac:chgData name="ניב קופולוביץ" userId="0206eb30-381d-44cb-b094-52bcb345d922" providerId="ADAL" clId="{1547E835-BBCB-40A8-833C-CD344E18650E}" dt="2024-04-26T11:43:23.369" v="9830" actId="14100"/>
          <ac:spMkLst>
            <pc:docMk/>
            <pc:sldMk cId="1933671456" sldId="449"/>
            <ac:spMk id="2" creationId="{A62DD75E-1F26-51B5-6C21-248EBAA97F91}"/>
          </ac:spMkLst>
        </pc:spChg>
        <pc:picChg chg="del">
          <ac:chgData name="ניב קופולוביץ" userId="0206eb30-381d-44cb-b094-52bcb345d922" providerId="ADAL" clId="{1547E835-BBCB-40A8-833C-CD344E18650E}" dt="2024-04-26T10:45:39.948" v="9796" actId="478"/>
          <ac:picMkLst>
            <pc:docMk/>
            <pc:sldMk cId="1933671456" sldId="449"/>
            <ac:picMk id="4" creationId="{E27A1F59-7962-C058-F9EE-F136EE02275C}"/>
          </ac:picMkLst>
        </pc:picChg>
        <pc:picChg chg="add mod">
          <ac:chgData name="ניב קופולוביץ" userId="0206eb30-381d-44cb-b094-52bcb345d922" providerId="ADAL" clId="{1547E835-BBCB-40A8-833C-CD344E18650E}" dt="2024-04-26T11:57:28.600" v="9842" actId="1076"/>
          <ac:picMkLst>
            <pc:docMk/>
            <pc:sldMk cId="1933671456" sldId="449"/>
            <ac:picMk id="5" creationId="{4013B9CC-58DF-2FEE-1B9E-F6B9930446F8}"/>
          </ac:picMkLst>
        </pc:picChg>
      </pc:sldChg>
      <pc:sldChg chg="delSp add del mod">
        <pc:chgData name="ניב קופולוביץ" userId="0206eb30-381d-44cb-b094-52bcb345d922" providerId="ADAL" clId="{1547E835-BBCB-40A8-833C-CD344E18650E}" dt="2024-04-26T12:09:46.107" v="9892" actId="2696"/>
        <pc:sldMkLst>
          <pc:docMk/>
          <pc:sldMk cId="673085403" sldId="450"/>
        </pc:sldMkLst>
        <pc:picChg chg="del">
          <ac:chgData name="ניב קופולוביץ" userId="0206eb30-381d-44cb-b094-52bcb345d922" providerId="ADAL" clId="{1547E835-BBCB-40A8-833C-CD344E18650E}" dt="2024-04-26T10:45:41.134" v="9797" actId="478"/>
          <ac:picMkLst>
            <pc:docMk/>
            <pc:sldMk cId="673085403" sldId="450"/>
            <ac:picMk id="4" creationId="{E27A1F59-7962-C058-F9EE-F136EE02275C}"/>
          </ac:picMkLst>
        </pc:picChg>
      </pc:sldChg>
      <pc:sldChg chg="addSp modSp add mod">
        <pc:chgData name="ניב קופולוביץ" userId="0206eb30-381d-44cb-b094-52bcb345d922" providerId="ADAL" clId="{1547E835-BBCB-40A8-833C-CD344E18650E}" dt="2024-04-26T12:00:57.702" v="9850" actId="1076"/>
        <pc:sldMkLst>
          <pc:docMk/>
          <pc:sldMk cId="1056839576" sldId="451"/>
        </pc:sldMkLst>
        <pc:spChg chg="mod">
          <ac:chgData name="ניב קופולוביץ" userId="0206eb30-381d-44cb-b094-52bcb345d922" providerId="ADAL" clId="{1547E835-BBCB-40A8-833C-CD344E18650E}" dt="2024-04-26T12:00:39.034" v="9844" actId="108"/>
          <ac:spMkLst>
            <pc:docMk/>
            <pc:sldMk cId="1056839576" sldId="451"/>
            <ac:spMk id="2" creationId="{A62DD75E-1F26-51B5-6C21-248EBAA97F91}"/>
          </ac:spMkLst>
        </pc:spChg>
        <pc:picChg chg="add mod">
          <ac:chgData name="ניב קופולוביץ" userId="0206eb30-381d-44cb-b094-52bcb345d922" providerId="ADAL" clId="{1547E835-BBCB-40A8-833C-CD344E18650E}" dt="2024-04-26T12:00:57.702" v="9850" actId="1076"/>
          <ac:picMkLst>
            <pc:docMk/>
            <pc:sldMk cId="1056839576" sldId="451"/>
            <ac:picMk id="4" creationId="{FB9D4D47-1BC7-6981-D421-9CAF36DCC114}"/>
          </ac:picMkLst>
        </pc:picChg>
      </pc:sldChg>
      <pc:sldChg chg="addSp modSp add mod">
        <pc:chgData name="ניב קופולוביץ" userId="0206eb30-381d-44cb-b094-52bcb345d922" providerId="ADAL" clId="{1547E835-BBCB-40A8-833C-CD344E18650E}" dt="2024-04-26T12:02:43.511" v="9867" actId="1076"/>
        <pc:sldMkLst>
          <pc:docMk/>
          <pc:sldMk cId="2355271458" sldId="452"/>
        </pc:sldMkLst>
        <pc:spChg chg="mod">
          <ac:chgData name="ניב קופולוביץ" userId="0206eb30-381d-44cb-b094-52bcb345d922" providerId="ADAL" clId="{1547E835-BBCB-40A8-833C-CD344E18650E}" dt="2024-04-26T12:02:40.917" v="9866" actId="14100"/>
          <ac:spMkLst>
            <pc:docMk/>
            <pc:sldMk cId="2355271458" sldId="452"/>
            <ac:spMk id="2" creationId="{A62DD75E-1F26-51B5-6C21-248EBAA97F91}"/>
          </ac:spMkLst>
        </pc:spChg>
        <pc:picChg chg="add mod">
          <ac:chgData name="ניב קופולוביץ" userId="0206eb30-381d-44cb-b094-52bcb345d922" providerId="ADAL" clId="{1547E835-BBCB-40A8-833C-CD344E18650E}" dt="2024-04-26T12:01:00.253" v="9851"/>
          <ac:picMkLst>
            <pc:docMk/>
            <pc:sldMk cId="2355271458" sldId="452"/>
            <ac:picMk id="4" creationId="{10C7EC7E-B5F8-2FA6-0BED-693ACA32A979}"/>
          </ac:picMkLst>
        </pc:picChg>
        <pc:picChg chg="add mod">
          <ac:chgData name="ניב קופולוביץ" userId="0206eb30-381d-44cb-b094-52bcb345d922" providerId="ADAL" clId="{1547E835-BBCB-40A8-833C-CD344E18650E}" dt="2024-04-26T12:01:01.008" v="9852"/>
          <ac:picMkLst>
            <pc:docMk/>
            <pc:sldMk cId="2355271458" sldId="452"/>
            <ac:picMk id="6" creationId="{C3176A3F-3BCA-368E-C872-745D3E7098B6}"/>
          </ac:picMkLst>
        </pc:picChg>
        <pc:picChg chg="add mod">
          <ac:chgData name="ניב קופולוביץ" userId="0206eb30-381d-44cb-b094-52bcb345d922" providerId="ADAL" clId="{1547E835-BBCB-40A8-833C-CD344E18650E}" dt="2024-04-26T12:02:43.511" v="9867" actId="1076"/>
          <ac:picMkLst>
            <pc:docMk/>
            <pc:sldMk cId="2355271458" sldId="452"/>
            <ac:picMk id="8" creationId="{5EF373F6-90D7-0902-FDD9-86F78DBDF587}"/>
          </ac:picMkLst>
        </pc:picChg>
      </pc:sldChg>
      <pc:sldChg chg="addSp modSp add mod">
        <pc:chgData name="ניב קופולוביץ" userId="0206eb30-381d-44cb-b094-52bcb345d922" providerId="ADAL" clId="{1547E835-BBCB-40A8-833C-CD344E18650E}" dt="2024-04-26T12:04:28.174" v="9874" actId="962"/>
        <pc:sldMkLst>
          <pc:docMk/>
          <pc:sldMk cId="346718270" sldId="453"/>
        </pc:sldMkLst>
        <pc:spChg chg="mod">
          <ac:chgData name="ניב קופולוביץ" userId="0206eb30-381d-44cb-b094-52bcb345d922" providerId="ADAL" clId="{1547E835-BBCB-40A8-833C-CD344E18650E}" dt="2024-04-26T12:04:18.233" v="9869" actId="14100"/>
          <ac:spMkLst>
            <pc:docMk/>
            <pc:sldMk cId="346718270" sldId="453"/>
            <ac:spMk id="2" creationId="{A62DD75E-1F26-51B5-6C21-248EBAA97F91}"/>
          </ac:spMkLst>
        </pc:spChg>
        <pc:picChg chg="add mod">
          <ac:chgData name="ניב קופולוביץ" userId="0206eb30-381d-44cb-b094-52bcb345d922" providerId="ADAL" clId="{1547E835-BBCB-40A8-833C-CD344E18650E}" dt="2024-04-26T12:04:28.174" v="9874" actId="962"/>
          <ac:picMkLst>
            <pc:docMk/>
            <pc:sldMk cId="346718270" sldId="453"/>
            <ac:picMk id="4" creationId="{1D404E14-7CC8-8D03-68F8-3E00C5E0FDC1}"/>
          </ac:picMkLst>
        </pc:picChg>
      </pc:sldChg>
      <pc:sldChg chg="addSp modSp add mod">
        <pc:chgData name="ניב קופולוביץ" userId="0206eb30-381d-44cb-b094-52bcb345d922" providerId="ADAL" clId="{1547E835-BBCB-40A8-833C-CD344E18650E}" dt="2024-04-26T12:05:50.632" v="9885" actId="962"/>
        <pc:sldMkLst>
          <pc:docMk/>
          <pc:sldMk cId="555883945" sldId="454"/>
        </pc:sldMkLst>
        <pc:spChg chg="mod">
          <ac:chgData name="ניב קופולוביץ" userId="0206eb30-381d-44cb-b094-52bcb345d922" providerId="ADAL" clId="{1547E835-BBCB-40A8-833C-CD344E18650E}" dt="2024-04-26T12:05:40.546" v="9880"/>
          <ac:spMkLst>
            <pc:docMk/>
            <pc:sldMk cId="555883945" sldId="454"/>
            <ac:spMk id="2" creationId="{A62DD75E-1F26-51B5-6C21-248EBAA97F91}"/>
          </ac:spMkLst>
        </pc:spChg>
        <pc:picChg chg="add mod">
          <ac:chgData name="ניב קופולוביץ" userId="0206eb30-381d-44cb-b094-52bcb345d922" providerId="ADAL" clId="{1547E835-BBCB-40A8-833C-CD344E18650E}" dt="2024-04-26T12:05:50.632" v="9885" actId="962"/>
          <ac:picMkLst>
            <pc:docMk/>
            <pc:sldMk cId="555883945" sldId="454"/>
            <ac:picMk id="4" creationId="{0BBD5EE0-9B00-5841-D2E1-D27BD68C0275}"/>
          </ac:picMkLst>
        </pc:picChg>
      </pc:sldChg>
      <pc:sldChg chg="addSp modSp add mod">
        <pc:chgData name="ניב קופולוביץ" userId="0206eb30-381d-44cb-b094-52bcb345d922" providerId="ADAL" clId="{1547E835-BBCB-40A8-833C-CD344E18650E}" dt="2024-04-26T12:06:46.380" v="9891" actId="1076"/>
        <pc:sldMkLst>
          <pc:docMk/>
          <pc:sldMk cId="2555722411" sldId="455"/>
        </pc:sldMkLst>
        <pc:spChg chg="mod">
          <ac:chgData name="ניב קופולוביץ" userId="0206eb30-381d-44cb-b094-52bcb345d922" providerId="ADAL" clId="{1547E835-BBCB-40A8-833C-CD344E18650E}" dt="2024-04-26T12:06:35.100" v="9886"/>
          <ac:spMkLst>
            <pc:docMk/>
            <pc:sldMk cId="2555722411" sldId="455"/>
            <ac:spMk id="2" creationId="{A62DD75E-1F26-51B5-6C21-248EBAA97F91}"/>
          </ac:spMkLst>
        </pc:spChg>
        <pc:picChg chg="add mod">
          <ac:chgData name="ניב קופולוביץ" userId="0206eb30-381d-44cb-b094-52bcb345d922" providerId="ADAL" clId="{1547E835-BBCB-40A8-833C-CD344E18650E}" dt="2024-04-26T12:06:46.380" v="9891" actId="1076"/>
          <ac:picMkLst>
            <pc:docMk/>
            <pc:sldMk cId="2555722411" sldId="455"/>
            <ac:picMk id="4" creationId="{B9FAE3B6-5590-BE5F-263D-D5CB89D4996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09BE598C-1050-4A7A-9E88-9E0106126FA9}" type="datetimeFigureOut">
              <a:rPr lang="he-IL" smtClean="0"/>
              <a:t>י"ח/ניסן/תשפ"ד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4A062E8-8D22-4DF7-B2BE-2CD8D9DD3D97}" type="slidenum">
              <a:rPr lang="he-IL" smtClean="0"/>
              <a:t>‹#›</a:t>
            </a:fld>
            <a:endParaRPr lang="he-IL"/>
          </a:p>
        </p:txBody>
      </p:sp>
    </p:spTree>
    <p:extLst>
      <p:ext uri="{BB962C8B-B14F-4D97-AF65-F5344CB8AC3E}">
        <p14:creationId xmlns:p14="http://schemas.microsoft.com/office/powerpoint/2010/main" val="177410193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54A062E8-8D22-4DF7-B2BE-2CD8D9DD3D97}" type="slidenum">
              <a:rPr lang="he-IL" smtClean="0"/>
              <a:t>52</a:t>
            </a:fld>
            <a:endParaRPr lang="he-IL"/>
          </a:p>
        </p:txBody>
      </p:sp>
    </p:spTree>
    <p:extLst>
      <p:ext uri="{BB962C8B-B14F-4D97-AF65-F5344CB8AC3E}">
        <p14:creationId xmlns:p14="http://schemas.microsoft.com/office/powerpoint/2010/main" val="2435581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474DD-6241-4D1E-48F3-E90682B038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E87AF078-1514-CE32-7818-5DCA92BBE5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2E14FE6-BF0B-2C1D-5952-F00C1DECF453}"/>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2AF15B7B-D2FF-57CC-C10C-91738AF28F8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2E812BE-E0B0-0971-C100-2AFD1B0A4C11}"/>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288038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D0A10-98FB-BB7D-0327-B190F1FF035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6299E5D-622A-68DD-C029-B4E4DC6726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855C198-BBFB-BDCA-CF16-826329DE1513}"/>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CCC61528-66E7-D0FE-D0E3-9A0F0C5CD67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FEA581F-BA7F-76AB-01A2-45534FE1951E}"/>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3021654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25577-B170-3038-6D6A-AF4C583FA5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7FD8D812-D860-D57F-F14F-6FE673E121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D3B481-9068-4B37-7395-E13DA3A382EE}"/>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9D813D6A-EAC1-7B7B-E3DC-197F9F71600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0FB4471-1884-ED6D-9620-CCE432CABC90}"/>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3708224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B5D8B-D4DE-1150-F10E-897F98997EF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C4F10A0-45EB-1401-4D03-16479E8333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C1AAA96-87A4-2EA9-977D-0AA8E92379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332A8650-B885-666D-729E-D7A0C9738F0C}"/>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6" name="Footer Placeholder 5">
            <a:extLst>
              <a:ext uri="{FF2B5EF4-FFF2-40B4-BE49-F238E27FC236}">
                <a16:creationId xmlns:a16="http://schemas.microsoft.com/office/drawing/2014/main" id="{E857A7DE-AEB8-6832-865C-6E664CE66611}"/>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863A28C-E562-A00B-BE89-0726D47C1DBA}"/>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43877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E05D-945A-90D9-7D5C-8751BC98A86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BF13ED65-B634-DF8C-C052-494DC1BB60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9CC6A5-386A-5E85-ADDC-F1F4DB9FDB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5DE4FB4-B100-CB50-8C8A-EB66F7171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1FDE5C-680F-ABE4-7BDF-E1847AD729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1CFC480-FC23-39DB-C3FE-0215454C4BBF}"/>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8" name="Footer Placeholder 7">
            <a:extLst>
              <a:ext uri="{FF2B5EF4-FFF2-40B4-BE49-F238E27FC236}">
                <a16:creationId xmlns:a16="http://schemas.microsoft.com/office/drawing/2014/main" id="{1BAF2250-70A5-D357-42B8-D0F4CE4EC90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954BB16D-92CB-BBAE-48E7-D89BB21C3094}"/>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83044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86DBF-9A50-83B3-3244-18BB46B1F635}"/>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6D7B3A2E-69F5-5E8C-B701-9ACB594C09B2}"/>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4" name="Footer Placeholder 3">
            <a:extLst>
              <a:ext uri="{FF2B5EF4-FFF2-40B4-BE49-F238E27FC236}">
                <a16:creationId xmlns:a16="http://schemas.microsoft.com/office/drawing/2014/main" id="{B55A0AC6-6A64-936B-3A98-CDC56FC7BB2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0DF06755-56ED-87E3-8451-5B2C31AA736E}"/>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3259239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9FEF64-0308-9B5D-AC9C-6F173BA143D1}"/>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3" name="Footer Placeholder 2">
            <a:extLst>
              <a:ext uri="{FF2B5EF4-FFF2-40B4-BE49-F238E27FC236}">
                <a16:creationId xmlns:a16="http://schemas.microsoft.com/office/drawing/2014/main" id="{B8976868-C73E-9540-8FD2-54FA63D0A302}"/>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0025F14-3FBA-2B01-386B-9070495EF537}"/>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2533338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D19F9-4B28-D4BB-EB06-B6126F693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53009DF-CF4B-4526-25EF-9DA4E73568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30B5C2BC-135E-153C-0849-4B7343660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7063ED-C173-82DE-CDBC-3DAAF9ED1DF9}"/>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6" name="Footer Placeholder 5">
            <a:extLst>
              <a:ext uri="{FF2B5EF4-FFF2-40B4-BE49-F238E27FC236}">
                <a16:creationId xmlns:a16="http://schemas.microsoft.com/office/drawing/2014/main" id="{1FE19BFD-15B2-139F-3861-A614AFDB651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3A04D0C-065A-3E80-29C6-4F5B83F5DE4D}"/>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347852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8AE59-4CEB-DEA5-789D-ED1499D96A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49F96427-E40E-BF99-4223-D0442F4B51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5AF73AA2-134A-04DA-BBBB-BE2A4D7E1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4FF50F-6784-D317-3003-99A88991EF99}"/>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6" name="Footer Placeholder 5">
            <a:extLst>
              <a:ext uri="{FF2B5EF4-FFF2-40B4-BE49-F238E27FC236}">
                <a16:creationId xmlns:a16="http://schemas.microsoft.com/office/drawing/2014/main" id="{EB675B58-86C5-C355-B631-CE4DCAE79863}"/>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3932EE2-9B5F-F551-4B2B-BAE1358C9F60}"/>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1038320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C09ED-D76A-3475-8AB7-C1313B99845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39617A2-1F48-B122-6AEF-6EE8FD6554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E3EB102-172E-C53B-8E10-EADC51783246}"/>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18767909-A059-08F4-15DA-8A1376DA1C3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2B7E3A4-B909-5C2A-97CE-BDE51CF7A6C3}"/>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112358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46E9EB-E251-A4A5-E3A2-6FE65D2922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E3CBF24-2503-AACB-B4BA-FD74818C0F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5AEF5FA-2038-71B1-4CC0-E4B639AB6486}"/>
              </a:ext>
            </a:extLst>
          </p:cNvPr>
          <p:cNvSpPr>
            <a:spLocks noGrp="1"/>
          </p:cNvSpPr>
          <p:nvPr>
            <p:ph type="dt" sz="half" idx="10"/>
          </p:nvPr>
        </p:nvSpPr>
        <p:spPr/>
        <p:txBody>
          <a:body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04A0FE9F-37EC-EEC5-93A6-7504A8D9B23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80A161-61BB-9577-3B81-CD6ADCC74B5D}"/>
              </a:ext>
            </a:extLst>
          </p:cNvPr>
          <p:cNvSpPr>
            <a:spLocks noGrp="1"/>
          </p:cNvSpPr>
          <p:nvPr>
            <p:ph type="sldNum" sz="quarter" idx="12"/>
          </p:nvPr>
        </p:nvSpPr>
        <p:spPr/>
        <p:txBody>
          <a:bodyPr/>
          <a:lstStyle/>
          <a:p>
            <a:fld id="{B5F7EA3A-1A5C-4D39-826F-C8020789A3A1}" type="slidenum">
              <a:rPr lang="en-IL" smtClean="0"/>
              <a:t>‹#›</a:t>
            </a:fld>
            <a:endParaRPr lang="en-IL"/>
          </a:p>
        </p:txBody>
      </p:sp>
    </p:spTree>
    <p:extLst>
      <p:ext uri="{BB962C8B-B14F-4D97-AF65-F5344CB8AC3E}">
        <p14:creationId xmlns:p14="http://schemas.microsoft.com/office/powerpoint/2010/main" val="3913916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7F0CDE-5994-9A13-5E28-37DB7FFE84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DCAB4B8B-5C07-B87A-F512-CE087263E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0B665D7-841E-D452-3009-CEAA116301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5FCC43-ACB3-4391-951A-799B49FE88B6}" type="datetimeFigureOut">
              <a:rPr lang="en-IL" smtClean="0"/>
              <a:t>26/04/2024</a:t>
            </a:fld>
            <a:endParaRPr lang="en-IL"/>
          </a:p>
        </p:txBody>
      </p:sp>
      <p:sp>
        <p:nvSpPr>
          <p:cNvPr id="5" name="Footer Placeholder 4">
            <a:extLst>
              <a:ext uri="{FF2B5EF4-FFF2-40B4-BE49-F238E27FC236}">
                <a16:creationId xmlns:a16="http://schemas.microsoft.com/office/drawing/2014/main" id="{EA164F58-C12D-DCC2-4410-FAD4F4333B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11CB64FA-E5E9-239D-0F20-489AF5DB96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F7EA3A-1A5C-4D39-826F-C8020789A3A1}" type="slidenum">
              <a:rPr lang="en-IL" smtClean="0"/>
              <a:t>‹#›</a:t>
            </a:fld>
            <a:endParaRPr lang="en-IL"/>
          </a:p>
        </p:txBody>
      </p:sp>
    </p:spTree>
    <p:extLst>
      <p:ext uri="{BB962C8B-B14F-4D97-AF65-F5344CB8AC3E}">
        <p14:creationId xmlns:p14="http://schemas.microsoft.com/office/powerpoint/2010/main" val="253914480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53.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5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www.fmwconcepts.com/imagemagick/digital_image_filtering.pdf" TargetMode="External"/><Relationship Id="rId2" Type="http://schemas.openxmlformats.org/officeDocument/2006/relationships/hyperlink" Target="https://homepages.inf.ed.ac.uk/rbf/HIPR2/gsmooth.htm" TargetMode="External"/><Relationship Id="rId1" Type="http://schemas.openxmlformats.org/officeDocument/2006/relationships/slideLayout" Target="../slideLayouts/slideLayout2.xml"/><Relationship Id="rId5" Type="http://schemas.openxmlformats.org/officeDocument/2006/relationships/hyperlink" Target="https://www.codeproject.com/Articles/2008/Image-Processing-for-Dummies-with-C-and-GDI-Part-2" TargetMode="External"/><Relationship Id="rId4" Type="http://schemas.openxmlformats.org/officeDocument/2006/relationships/hyperlink" Target="https://sites.google.com/view/improc3165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tint val="98000"/>
                <a:hueMod val="94000"/>
                <a:satMod val="148000"/>
                <a:lumMod val="140000"/>
              </a:schemeClr>
            </a:gs>
            <a:gs pos="100000">
              <a:schemeClr val="bg1">
                <a:shade val="92000"/>
                <a:hueMod val="104000"/>
                <a:satMod val="140000"/>
                <a:lumMod val="96000"/>
                <a:lumOff val="4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0A02-F846-7333-4DE0-F21227F3E377}"/>
              </a:ext>
            </a:extLst>
          </p:cNvPr>
          <p:cNvSpPr>
            <a:spLocks noGrp="1"/>
          </p:cNvSpPr>
          <p:nvPr>
            <p:ph type="ctrTitle"/>
          </p:nvPr>
        </p:nvSpPr>
        <p:spPr>
          <a:xfrm>
            <a:off x="1524000" y="112144"/>
            <a:ext cx="9144000" cy="1552754"/>
          </a:xfrm>
        </p:spPr>
        <p:txBody>
          <a:bodyPr>
            <a:noAutofit/>
          </a:bodyPr>
          <a:lstStyle/>
          <a:p>
            <a:r>
              <a:rPr lang="en-US" sz="3600" b="1" dirty="0"/>
              <a:t>Course: Image Processing 31651</a:t>
            </a:r>
            <a:br>
              <a:rPr lang="en-US" sz="3600" b="1" dirty="0"/>
            </a:br>
            <a:r>
              <a:rPr lang="en-US" sz="3600" b="1" dirty="0"/>
              <a:t>Micro Project 2</a:t>
            </a:r>
            <a:br>
              <a:rPr lang="en-US" sz="3600" b="1" dirty="0"/>
            </a:br>
            <a:r>
              <a:rPr lang="en-US" sz="3600" b="1" dirty="0"/>
              <a:t>Usage Of Filtration</a:t>
            </a:r>
            <a:endParaRPr lang="en-IL" sz="3600" b="1" dirty="0"/>
          </a:p>
        </p:txBody>
      </p:sp>
      <p:graphicFrame>
        <p:nvGraphicFramePr>
          <p:cNvPr id="6" name="Table 6">
            <a:extLst>
              <a:ext uri="{FF2B5EF4-FFF2-40B4-BE49-F238E27FC236}">
                <a16:creationId xmlns:a16="http://schemas.microsoft.com/office/drawing/2014/main" id="{130130F2-5CA7-FC66-14C8-7BB16C9BAC3B}"/>
              </a:ext>
            </a:extLst>
          </p:cNvPr>
          <p:cNvGraphicFramePr>
            <a:graphicFrameLocks noGrp="1"/>
          </p:cNvGraphicFramePr>
          <p:nvPr>
            <p:extLst>
              <p:ext uri="{D42A27DB-BD31-4B8C-83A1-F6EECF244321}">
                <p14:modId xmlns:p14="http://schemas.microsoft.com/office/powerpoint/2010/main" val="1733377529"/>
              </p:ext>
            </p:extLst>
          </p:nvPr>
        </p:nvGraphicFramePr>
        <p:xfrm>
          <a:off x="1662020" y="1664898"/>
          <a:ext cx="9005980" cy="4861541"/>
        </p:xfrm>
        <a:graphic>
          <a:graphicData uri="http://schemas.openxmlformats.org/drawingml/2006/table">
            <a:tbl>
              <a:tblPr firstRow="1" bandRow="1">
                <a:tableStyleId>{5C22544A-7EE6-4342-B048-85BDC9FD1C3A}</a:tableStyleId>
              </a:tblPr>
              <a:tblGrid>
                <a:gridCol w="2251495">
                  <a:extLst>
                    <a:ext uri="{9D8B030D-6E8A-4147-A177-3AD203B41FA5}">
                      <a16:colId xmlns:a16="http://schemas.microsoft.com/office/drawing/2014/main" val="2104185954"/>
                    </a:ext>
                  </a:extLst>
                </a:gridCol>
                <a:gridCol w="2251495">
                  <a:extLst>
                    <a:ext uri="{9D8B030D-6E8A-4147-A177-3AD203B41FA5}">
                      <a16:colId xmlns:a16="http://schemas.microsoft.com/office/drawing/2014/main" val="3640834758"/>
                    </a:ext>
                  </a:extLst>
                </a:gridCol>
                <a:gridCol w="2251495">
                  <a:extLst>
                    <a:ext uri="{9D8B030D-6E8A-4147-A177-3AD203B41FA5}">
                      <a16:colId xmlns:a16="http://schemas.microsoft.com/office/drawing/2014/main" val="2523705608"/>
                    </a:ext>
                  </a:extLst>
                </a:gridCol>
                <a:gridCol w="2251495">
                  <a:extLst>
                    <a:ext uri="{9D8B030D-6E8A-4147-A177-3AD203B41FA5}">
                      <a16:colId xmlns:a16="http://schemas.microsoft.com/office/drawing/2014/main" val="549978825"/>
                    </a:ext>
                  </a:extLst>
                </a:gridCol>
              </a:tblGrid>
              <a:tr h="631312">
                <a:tc>
                  <a:txBody>
                    <a:bodyPr/>
                    <a:lstStyle/>
                    <a:p>
                      <a:pPr algn="ctr"/>
                      <a:r>
                        <a:rPr lang="en-US" b="1" dirty="0"/>
                        <a:t>Photo</a:t>
                      </a:r>
                      <a:endParaRPr lang="en-IL" b="1" dirty="0"/>
                    </a:p>
                  </a:txBody>
                  <a:tcPr anchor="ctr"/>
                </a:tc>
                <a:tc>
                  <a:txBody>
                    <a:bodyPr/>
                    <a:lstStyle/>
                    <a:p>
                      <a:pPr algn="ctr"/>
                      <a:r>
                        <a:rPr lang="en-US" b="1" dirty="0"/>
                        <a:t>First Name</a:t>
                      </a:r>
                      <a:endParaRPr lang="en-IL" b="1" dirty="0"/>
                    </a:p>
                  </a:txBody>
                  <a:tcPr anchor="ctr"/>
                </a:tc>
                <a:tc>
                  <a:txBody>
                    <a:bodyPr/>
                    <a:lstStyle/>
                    <a:p>
                      <a:pPr algn="ctr"/>
                      <a:r>
                        <a:rPr lang="en-US" b="1" dirty="0"/>
                        <a:t>Last Name- First 4 Letters </a:t>
                      </a:r>
                      <a:endParaRPr lang="en-IL" b="1" dirty="0"/>
                    </a:p>
                  </a:txBody>
                  <a:tcPr anchor="ctr"/>
                </a:tc>
                <a:tc>
                  <a:txBody>
                    <a:bodyPr/>
                    <a:lstStyle/>
                    <a:p>
                      <a:pPr algn="ctr"/>
                      <a:r>
                        <a:rPr lang="en-US" b="1" dirty="0"/>
                        <a:t>4 Last Digits ID</a:t>
                      </a:r>
                      <a:endParaRPr lang="en-IL" b="1" dirty="0"/>
                    </a:p>
                  </a:txBody>
                  <a:tcPr anchor="ctr"/>
                </a:tc>
                <a:extLst>
                  <a:ext uri="{0D108BD9-81ED-4DB2-BD59-A6C34878D82A}">
                    <a16:rowId xmlns:a16="http://schemas.microsoft.com/office/drawing/2014/main" val="2820553642"/>
                  </a:ext>
                </a:extLst>
              </a:tr>
              <a:tr h="1484617">
                <a:tc>
                  <a:txBody>
                    <a:bodyPr/>
                    <a:lstStyle/>
                    <a:p>
                      <a:pPr algn="ctr"/>
                      <a:endParaRPr lang="en-IL" b="1" dirty="0"/>
                    </a:p>
                  </a:txBody>
                  <a:tcPr anchor="ctr"/>
                </a:tc>
                <a:tc>
                  <a:txBody>
                    <a:bodyPr/>
                    <a:lstStyle/>
                    <a:p>
                      <a:pPr algn="ctr"/>
                      <a:r>
                        <a:rPr lang="en-US" b="1" dirty="0"/>
                        <a:t>Niv</a:t>
                      </a:r>
                      <a:endParaRPr lang="en-IL" b="1" dirty="0"/>
                    </a:p>
                  </a:txBody>
                  <a:tcPr anchor="ctr"/>
                </a:tc>
                <a:tc>
                  <a:txBody>
                    <a:bodyPr/>
                    <a:lstStyle/>
                    <a:p>
                      <a:pPr algn="ctr"/>
                      <a:r>
                        <a:rPr lang="en-US" b="1" dirty="0" err="1"/>
                        <a:t>Kopo</a:t>
                      </a:r>
                      <a:endParaRPr lang="en-IL" b="1" dirty="0"/>
                    </a:p>
                  </a:txBody>
                  <a:tcPr anchor="ctr"/>
                </a:tc>
                <a:tc>
                  <a:txBody>
                    <a:bodyPr/>
                    <a:lstStyle/>
                    <a:p>
                      <a:pPr algn="ctr"/>
                      <a:r>
                        <a:rPr lang="en-US" b="1" dirty="0"/>
                        <a:t>2178</a:t>
                      </a:r>
                      <a:endParaRPr lang="en-IL" b="1" dirty="0"/>
                    </a:p>
                  </a:txBody>
                  <a:tcPr anchor="ctr"/>
                </a:tc>
                <a:extLst>
                  <a:ext uri="{0D108BD9-81ED-4DB2-BD59-A6C34878D82A}">
                    <a16:rowId xmlns:a16="http://schemas.microsoft.com/office/drawing/2014/main" val="4287351665"/>
                  </a:ext>
                </a:extLst>
              </a:tr>
              <a:tr h="1368422">
                <a:tc>
                  <a:txBody>
                    <a:bodyPr/>
                    <a:lstStyle/>
                    <a:p>
                      <a:pPr algn="ctr"/>
                      <a:endParaRPr lang="en-IL" b="1" dirty="0"/>
                    </a:p>
                  </a:txBody>
                  <a:tcPr anchor="ctr"/>
                </a:tc>
                <a:tc>
                  <a:txBody>
                    <a:bodyPr/>
                    <a:lstStyle/>
                    <a:p>
                      <a:pPr algn="ctr"/>
                      <a:r>
                        <a:rPr lang="en-US" b="1" dirty="0"/>
                        <a:t>Danny</a:t>
                      </a:r>
                      <a:endParaRPr lang="en-IL" b="1" dirty="0"/>
                    </a:p>
                  </a:txBody>
                  <a:tcPr anchor="ctr"/>
                </a:tc>
                <a:tc>
                  <a:txBody>
                    <a:bodyPr/>
                    <a:lstStyle/>
                    <a:p>
                      <a:pPr algn="ctr"/>
                      <a:r>
                        <a:rPr lang="en-US" b="1" dirty="0"/>
                        <a:t>Port</a:t>
                      </a:r>
                      <a:endParaRPr lang="en-IL" b="1" dirty="0"/>
                    </a:p>
                  </a:txBody>
                  <a:tcPr anchor="ctr"/>
                </a:tc>
                <a:tc>
                  <a:txBody>
                    <a:bodyPr/>
                    <a:lstStyle/>
                    <a:p>
                      <a:pPr algn="ctr"/>
                      <a:r>
                        <a:rPr lang="en-US" b="1" dirty="0"/>
                        <a:t>7352</a:t>
                      </a:r>
                      <a:endParaRPr lang="en-IL" b="1" dirty="0"/>
                    </a:p>
                  </a:txBody>
                  <a:tcPr anchor="ctr"/>
                </a:tc>
                <a:extLst>
                  <a:ext uri="{0D108BD9-81ED-4DB2-BD59-A6C34878D82A}">
                    <a16:rowId xmlns:a16="http://schemas.microsoft.com/office/drawing/2014/main" val="3481929760"/>
                  </a:ext>
                </a:extLst>
              </a:tr>
              <a:tr h="1368422">
                <a:tc>
                  <a:txBody>
                    <a:bodyPr/>
                    <a:lstStyle/>
                    <a:p>
                      <a:pPr algn="ctr"/>
                      <a:endParaRPr lang="en-IL" b="1" dirty="0"/>
                    </a:p>
                  </a:txBody>
                  <a:tcPr anchor="ctr"/>
                </a:tc>
                <a:tc>
                  <a:txBody>
                    <a:bodyPr/>
                    <a:lstStyle/>
                    <a:p>
                      <a:pPr algn="ctr"/>
                      <a:r>
                        <a:rPr lang="en-US" b="1" dirty="0"/>
                        <a:t>Daniel</a:t>
                      </a:r>
                      <a:endParaRPr lang="en-IL" b="1" dirty="0"/>
                    </a:p>
                  </a:txBody>
                  <a:tcPr anchor="ctr"/>
                </a:tc>
                <a:tc>
                  <a:txBody>
                    <a:bodyPr/>
                    <a:lstStyle/>
                    <a:p>
                      <a:pPr algn="ctr"/>
                      <a:r>
                        <a:rPr lang="en-US" b="1" dirty="0" err="1"/>
                        <a:t>Vais</a:t>
                      </a:r>
                      <a:endParaRPr lang="en-IL" b="1" dirty="0"/>
                    </a:p>
                  </a:txBody>
                  <a:tcPr anchor="ctr"/>
                </a:tc>
                <a:tc>
                  <a:txBody>
                    <a:bodyPr/>
                    <a:lstStyle/>
                    <a:p>
                      <a:pPr algn="ctr"/>
                      <a:r>
                        <a:rPr lang="en-IL" sz="1800" b="1" kern="1200" dirty="0">
                          <a:solidFill>
                            <a:schemeClr val="dk1"/>
                          </a:solidFill>
                          <a:latin typeface="+mn-lt"/>
                          <a:ea typeface="+mn-ea"/>
                          <a:cs typeface="+mn-cs"/>
                        </a:rPr>
                        <a:t>7515</a:t>
                      </a:r>
                    </a:p>
                  </a:txBody>
                  <a:tcPr anchor="ctr"/>
                </a:tc>
                <a:extLst>
                  <a:ext uri="{0D108BD9-81ED-4DB2-BD59-A6C34878D82A}">
                    <a16:rowId xmlns:a16="http://schemas.microsoft.com/office/drawing/2014/main" val="2264552498"/>
                  </a:ext>
                </a:extLst>
              </a:tr>
            </a:tbl>
          </a:graphicData>
        </a:graphic>
      </p:graphicFrame>
      <p:pic>
        <p:nvPicPr>
          <p:cNvPr id="8" name="Picture 7" descr="A person smiling for the camera&#10;&#10;Description automatically generated with medium confidence">
            <a:extLst>
              <a:ext uri="{FF2B5EF4-FFF2-40B4-BE49-F238E27FC236}">
                <a16:creationId xmlns:a16="http://schemas.microsoft.com/office/drawing/2014/main" id="{C26ACA1B-9E5F-A9FB-20FA-F3D785FC5924}"/>
              </a:ext>
            </a:extLst>
          </p:cNvPr>
          <p:cNvPicPr>
            <a:picLocks noChangeAspect="1"/>
          </p:cNvPicPr>
          <p:nvPr/>
        </p:nvPicPr>
        <p:blipFill rotWithShape="1">
          <a:blip r:embed="rId2">
            <a:extLst>
              <a:ext uri="{28A0092B-C50C-407E-A947-70E740481C1C}">
                <a14:useLocalDpi xmlns:a14="http://schemas.microsoft.com/office/drawing/2010/main" val="0"/>
              </a:ext>
            </a:extLst>
          </a:blip>
          <a:srcRect l="15052" t="13617" r="15689" b="23814"/>
          <a:stretch/>
        </p:blipFill>
        <p:spPr>
          <a:xfrm>
            <a:off x="2232302" y="2380890"/>
            <a:ext cx="1028149" cy="1236381"/>
          </a:xfrm>
          <a:prstGeom prst="rect">
            <a:avLst/>
          </a:prstGeom>
        </p:spPr>
      </p:pic>
      <p:pic>
        <p:nvPicPr>
          <p:cNvPr id="13" name="Picture 12">
            <a:extLst>
              <a:ext uri="{FF2B5EF4-FFF2-40B4-BE49-F238E27FC236}">
                <a16:creationId xmlns:a16="http://schemas.microsoft.com/office/drawing/2014/main" id="{1C70C588-CF90-4D1A-E290-854022CCD4BF}"/>
              </a:ext>
            </a:extLst>
          </p:cNvPr>
          <p:cNvPicPr>
            <a:picLocks noChangeAspect="1"/>
          </p:cNvPicPr>
          <p:nvPr/>
        </p:nvPicPr>
        <p:blipFill>
          <a:blip r:embed="rId3"/>
          <a:stretch>
            <a:fillRect/>
          </a:stretch>
        </p:blipFill>
        <p:spPr>
          <a:xfrm>
            <a:off x="2309965" y="3907768"/>
            <a:ext cx="872821" cy="1157584"/>
          </a:xfrm>
          <a:prstGeom prst="rect">
            <a:avLst/>
          </a:prstGeom>
        </p:spPr>
      </p:pic>
      <p:pic>
        <p:nvPicPr>
          <p:cNvPr id="4" name="Picture 3" descr="A person in a black shirt&#10;&#10;Description automatically generated">
            <a:extLst>
              <a:ext uri="{FF2B5EF4-FFF2-40B4-BE49-F238E27FC236}">
                <a16:creationId xmlns:a16="http://schemas.microsoft.com/office/drawing/2014/main" id="{4862C772-335A-4F88-A960-C301D69C2CD3}"/>
              </a:ext>
            </a:extLst>
          </p:cNvPr>
          <p:cNvPicPr>
            <a:picLocks noChangeAspect="1"/>
          </p:cNvPicPr>
          <p:nvPr/>
        </p:nvPicPr>
        <p:blipFill rotWithShape="1">
          <a:blip r:embed="rId4">
            <a:extLst>
              <a:ext uri="{28A0092B-C50C-407E-A947-70E740481C1C}">
                <a14:useLocalDpi xmlns:a14="http://schemas.microsoft.com/office/drawing/2010/main" val="0"/>
              </a:ext>
            </a:extLst>
          </a:blip>
          <a:srcRect l="24111" t="-111" r="25409" b="46499"/>
          <a:stretch/>
        </p:blipFill>
        <p:spPr>
          <a:xfrm>
            <a:off x="2309967" y="5272790"/>
            <a:ext cx="950484" cy="1168131"/>
          </a:xfrm>
          <a:prstGeom prst="rect">
            <a:avLst/>
          </a:prstGeom>
        </p:spPr>
      </p:pic>
    </p:spTree>
    <p:extLst>
      <p:ext uri="{BB962C8B-B14F-4D97-AF65-F5344CB8AC3E}">
        <p14:creationId xmlns:p14="http://schemas.microsoft.com/office/powerpoint/2010/main" val="404657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97E42D0B-B01D-1CDF-BF7A-5B5A8B40AE55}"/>
              </a:ext>
            </a:extLst>
          </p:cNvPr>
          <p:cNvSpPr txBox="1">
            <a:spLocks/>
          </p:cNvSpPr>
          <p:nvPr/>
        </p:nvSpPr>
        <p:spPr>
          <a:xfrm>
            <a:off x="572649" y="866739"/>
            <a:ext cx="8485088" cy="382655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The project explores the application of convolution matrices in digital image processing, focusing primarily on two key operations: blurring and sharpening. </a:t>
            </a:r>
          </a:p>
          <a:p>
            <a:pPr algn="l" fontAlgn="base"/>
            <a:r>
              <a:rPr lang="en-US" sz="1800" dirty="0"/>
              <a:t>Convolution matrices are utilized as powerful tools to achieve these effects efficiently. </a:t>
            </a:r>
          </a:p>
          <a:p>
            <a:pPr algn="l" fontAlgn="base"/>
            <a:r>
              <a:rPr lang="en-US" sz="1800" dirty="0"/>
              <a:t>In addition, this project explores the application of Fast Fourier Transform (FFT) in the frequency domain for blurring and restoring images using Gaussian filters. </a:t>
            </a:r>
          </a:p>
          <a:p>
            <a:pPr fontAlgn="base"/>
            <a:r>
              <a:rPr lang="en-US" sz="1800" dirty="0"/>
              <a:t>Spatial Domain vs. Frequency Domain: In digital image processing, images are represented as a grid of pixel values in the spatial domain, where each pixel corresponds to a specific location and intensity.</a:t>
            </a:r>
          </a:p>
          <a:p>
            <a:pPr fontAlgn="base"/>
            <a:r>
              <a:rPr lang="en-US" sz="1800" dirty="0"/>
              <a:t>Fourier Transform is a mathematical operation that converts signals or functions from the spatial domain into the frequency domain.</a:t>
            </a:r>
          </a:p>
          <a:p>
            <a:pPr fontAlgn="base"/>
            <a:r>
              <a:rPr lang="en-US" sz="1800" dirty="0"/>
              <a:t>The project aims to enhance understanding of these techniques and their practical implications.</a:t>
            </a:r>
          </a:p>
        </p:txBody>
      </p:sp>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305231" y="142149"/>
            <a:ext cx="10348392" cy="625475"/>
          </a:xfrm>
        </p:spPr>
        <p:txBody>
          <a:bodyPr vert="horz" lIns="91440" tIns="45720" rIns="91440" bIns="45720" rtlCol="0" anchor="ctr">
            <a:noAutofit/>
          </a:bodyPr>
          <a:lstStyle/>
          <a:p>
            <a:r>
              <a:rPr lang="en-US" sz="3600" b="1" dirty="0"/>
              <a:t>MP2. Abstract</a:t>
            </a:r>
            <a:endParaRPr lang="en-IL" sz="3600" b="1" dirty="0"/>
          </a:p>
        </p:txBody>
      </p:sp>
    </p:spTree>
    <p:extLst>
      <p:ext uri="{BB962C8B-B14F-4D97-AF65-F5344CB8AC3E}">
        <p14:creationId xmlns:p14="http://schemas.microsoft.com/office/powerpoint/2010/main" val="581499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0285-86BF-58F2-AFBC-91BC2DFB351B}"/>
              </a:ext>
            </a:extLst>
          </p:cNvPr>
          <p:cNvSpPr>
            <a:spLocks noGrp="1"/>
          </p:cNvSpPr>
          <p:nvPr>
            <p:ph type="title"/>
          </p:nvPr>
        </p:nvSpPr>
        <p:spPr>
          <a:xfrm>
            <a:off x="120296" y="-20320"/>
            <a:ext cx="6666584" cy="548640"/>
          </a:xfrm>
        </p:spPr>
        <p:txBody>
          <a:bodyPr>
            <a:noAutofit/>
          </a:bodyPr>
          <a:lstStyle/>
          <a:p>
            <a:r>
              <a:rPr lang="en-US" sz="3600" b="1" dirty="0"/>
              <a:t>MP2- List Of Items To Be Discussed</a:t>
            </a:r>
            <a:endParaRPr lang="en-IL" sz="3600" b="1" dirty="0"/>
          </a:p>
        </p:txBody>
      </p:sp>
      <p:sp>
        <p:nvSpPr>
          <p:cNvPr id="6" name="Slide Number Placeholder 5">
            <a:extLst>
              <a:ext uri="{FF2B5EF4-FFF2-40B4-BE49-F238E27FC236}">
                <a16:creationId xmlns:a16="http://schemas.microsoft.com/office/drawing/2014/main" id="{2D29C840-165F-196B-DCB5-9030A8015C2F}"/>
              </a:ext>
            </a:extLst>
          </p:cNvPr>
          <p:cNvSpPr>
            <a:spLocks noGrp="1"/>
          </p:cNvSpPr>
          <p:nvPr>
            <p:ph type="sldNum" sz="quarter" idx="12"/>
          </p:nvPr>
        </p:nvSpPr>
        <p:spPr/>
        <p:txBody>
          <a:bodyPr/>
          <a:lstStyle/>
          <a:p>
            <a:fld id="{B5F7EA3A-1A5C-4D39-826F-C8020789A3A1}" type="slidenum">
              <a:rPr lang="en-IL" smtClean="0"/>
              <a:t>3</a:t>
            </a:fld>
            <a:endParaRPr lang="en-IL"/>
          </a:p>
        </p:txBody>
      </p:sp>
      <p:graphicFrame>
        <p:nvGraphicFramePr>
          <p:cNvPr id="3" name="Table 3">
            <a:extLst>
              <a:ext uri="{FF2B5EF4-FFF2-40B4-BE49-F238E27FC236}">
                <a16:creationId xmlns:a16="http://schemas.microsoft.com/office/drawing/2014/main" id="{3255C455-AB43-BDD8-568C-919597A960A9}"/>
              </a:ext>
            </a:extLst>
          </p:cNvPr>
          <p:cNvGraphicFramePr>
            <a:graphicFrameLocks noGrp="1"/>
          </p:cNvGraphicFramePr>
          <p:nvPr>
            <p:extLst>
              <p:ext uri="{D42A27DB-BD31-4B8C-83A1-F6EECF244321}">
                <p14:modId xmlns:p14="http://schemas.microsoft.com/office/powerpoint/2010/main" val="3769230213"/>
              </p:ext>
            </p:extLst>
          </p:nvPr>
        </p:nvGraphicFramePr>
        <p:xfrm>
          <a:off x="407326" y="508000"/>
          <a:ext cx="8633041" cy="6321259"/>
        </p:xfrm>
        <a:graphic>
          <a:graphicData uri="http://schemas.openxmlformats.org/drawingml/2006/table">
            <a:tbl>
              <a:tblPr firstRow="1" bandRow="1">
                <a:tableStyleId>{BC89EF96-8CEA-46FF-86C4-4CE0E7609802}</a:tableStyleId>
              </a:tblPr>
              <a:tblGrid>
                <a:gridCol w="7242370">
                  <a:extLst>
                    <a:ext uri="{9D8B030D-6E8A-4147-A177-3AD203B41FA5}">
                      <a16:colId xmlns:a16="http://schemas.microsoft.com/office/drawing/2014/main" val="444383025"/>
                    </a:ext>
                  </a:extLst>
                </a:gridCol>
                <a:gridCol w="1390671">
                  <a:extLst>
                    <a:ext uri="{9D8B030D-6E8A-4147-A177-3AD203B41FA5}">
                      <a16:colId xmlns:a16="http://schemas.microsoft.com/office/drawing/2014/main" val="963797473"/>
                    </a:ext>
                  </a:extLst>
                </a:gridCol>
              </a:tblGrid>
              <a:tr h="3887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MP2.11 – Introduction </a:t>
                      </a:r>
                      <a:r>
                        <a:rPr lang="en-US" sz="1800" b="0" kern="1200" dirty="0">
                          <a:solidFill>
                            <a:schemeClr val="tx1"/>
                          </a:solidFill>
                          <a:latin typeface="+mn-lt"/>
                          <a:ea typeface="+mn-ea"/>
                          <a:cs typeface="+mn-cs"/>
                        </a:rPr>
                        <a:t>+ VGA BMP Image Creation – Tim1.bmp</a:t>
                      </a:r>
                      <a:endParaRPr lang="en-IL" sz="1800" b="0" kern="1200" dirty="0">
                        <a:solidFill>
                          <a:schemeClr val="tx1"/>
                        </a:solidFill>
                        <a:latin typeface="+mn-lt"/>
                        <a:ea typeface="+mn-ea"/>
                        <a:cs typeface="+mn-cs"/>
                      </a:endParaRPr>
                    </a:p>
                  </a:txBody>
                  <a:tcPr/>
                </a:tc>
                <a:tc>
                  <a:txBody>
                    <a:bodyPr/>
                    <a:lstStyle/>
                    <a:p>
                      <a:r>
                        <a:rPr lang="en-US" b="0" dirty="0"/>
                        <a:t>4</a:t>
                      </a:r>
                      <a:endParaRPr lang="en-IL" b="0" dirty="0"/>
                    </a:p>
                  </a:txBody>
                  <a:tcPr/>
                </a:tc>
                <a:extLst>
                  <a:ext uri="{0D108BD9-81ED-4DB2-BD59-A6C34878D82A}">
                    <a16:rowId xmlns:a16="http://schemas.microsoft.com/office/drawing/2014/main" val="3093048663"/>
                  </a:ext>
                </a:extLst>
              </a:tr>
              <a:tr h="414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MP2.12</a:t>
                      </a:r>
                      <a:r>
                        <a:rPr lang="en-US" sz="1800" dirty="0"/>
                        <a:t> – Blur Image By Using Fast Gaussian Filters and Convolution</a:t>
                      </a:r>
                      <a:endParaRPr lang="en-IL" sz="1800" dirty="0"/>
                    </a:p>
                  </a:txBody>
                  <a:tcPr/>
                </a:tc>
                <a:tc>
                  <a:txBody>
                    <a:bodyPr/>
                    <a:lstStyle/>
                    <a:p>
                      <a:r>
                        <a:rPr lang="en-US" dirty="0"/>
                        <a:t>7</a:t>
                      </a:r>
                      <a:endParaRPr lang="en-IL" dirty="0"/>
                    </a:p>
                  </a:txBody>
                  <a:tcPr/>
                </a:tc>
                <a:extLst>
                  <a:ext uri="{0D108BD9-81ED-4DB2-BD59-A6C34878D82A}">
                    <a16:rowId xmlns:a16="http://schemas.microsoft.com/office/drawing/2014/main" val="1955425779"/>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MP2.13</a:t>
                      </a:r>
                      <a:r>
                        <a:rPr lang="en-US" sz="1800" dirty="0"/>
                        <a:t> – Blur Image By Using FD Gaussian Filter and FFT</a:t>
                      </a:r>
                    </a:p>
                  </a:txBody>
                  <a:tcPr/>
                </a:tc>
                <a:tc>
                  <a:txBody>
                    <a:bodyPr/>
                    <a:lstStyle/>
                    <a:p>
                      <a:r>
                        <a:rPr lang="en-US" dirty="0"/>
                        <a:t>13</a:t>
                      </a:r>
                      <a:endParaRPr lang="en-IL" dirty="0"/>
                    </a:p>
                  </a:txBody>
                  <a:tcPr/>
                </a:tc>
                <a:extLst>
                  <a:ext uri="{0D108BD9-81ED-4DB2-BD59-A6C34878D82A}">
                    <a16:rowId xmlns:a16="http://schemas.microsoft.com/office/drawing/2014/main" val="3849439082"/>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MP2.14</a:t>
                      </a:r>
                      <a:r>
                        <a:rPr lang="en-US" sz="1800" dirty="0"/>
                        <a:t> – Restore Blurred Images - Convolution</a:t>
                      </a:r>
                      <a:endParaRPr lang="en-IL" sz="1800" dirty="0"/>
                    </a:p>
                  </a:txBody>
                  <a:tcPr/>
                </a:tc>
                <a:tc>
                  <a:txBody>
                    <a:bodyPr/>
                    <a:lstStyle/>
                    <a:p>
                      <a:r>
                        <a:rPr lang="en-US" dirty="0"/>
                        <a:t>16</a:t>
                      </a:r>
                      <a:endParaRPr lang="en-IL" dirty="0"/>
                    </a:p>
                  </a:txBody>
                  <a:tcPr/>
                </a:tc>
                <a:extLst>
                  <a:ext uri="{0D108BD9-81ED-4DB2-BD59-A6C34878D82A}">
                    <a16:rowId xmlns:a16="http://schemas.microsoft.com/office/drawing/2014/main" val="2112942778"/>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MP2.15</a:t>
                      </a:r>
                      <a:r>
                        <a:rPr lang="en-US" sz="1800" dirty="0"/>
                        <a:t> – Restore Blurred Images – FFT</a:t>
                      </a:r>
                      <a:endParaRPr lang="en-IL" sz="1800" dirty="0"/>
                    </a:p>
                  </a:txBody>
                  <a:tcPr/>
                </a:tc>
                <a:tc>
                  <a:txBody>
                    <a:bodyPr/>
                    <a:lstStyle/>
                    <a:p>
                      <a:r>
                        <a:rPr lang="en-US" dirty="0"/>
                        <a:t>21</a:t>
                      </a:r>
                      <a:endParaRPr lang="en-IL" dirty="0"/>
                    </a:p>
                  </a:txBody>
                  <a:tcPr/>
                </a:tc>
                <a:extLst>
                  <a:ext uri="{0D108BD9-81ED-4DB2-BD59-A6C34878D82A}">
                    <a16:rowId xmlns:a16="http://schemas.microsoft.com/office/drawing/2014/main" val="999939721"/>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MP2.16</a:t>
                      </a:r>
                      <a:r>
                        <a:rPr lang="en-US" sz="1800" dirty="0"/>
                        <a:t> – Restore Blurred Images – Results and Discussion</a:t>
                      </a:r>
                      <a:endParaRPr lang="en-IL" sz="1800" dirty="0"/>
                    </a:p>
                  </a:txBody>
                  <a:tcPr/>
                </a:tc>
                <a:tc>
                  <a:txBody>
                    <a:bodyPr/>
                    <a:lstStyle/>
                    <a:p>
                      <a:r>
                        <a:rPr lang="en-US" dirty="0"/>
                        <a:t>22</a:t>
                      </a:r>
                      <a:endParaRPr lang="en-IL" dirty="0"/>
                    </a:p>
                  </a:txBody>
                  <a:tcPr/>
                </a:tc>
                <a:extLst>
                  <a:ext uri="{0D108BD9-81ED-4DB2-BD59-A6C34878D82A}">
                    <a16:rowId xmlns:a16="http://schemas.microsoft.com/office/drawing/2014/main" val="1535523465"/>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MP2.21</a:t>
                      </a:r>
                      <a:r>
                        <a:rPr lang="en-US" sz="1800" dirty="0"/>
                        <a:t> – TV Test BMP Image – Tim2.bmp</a:t>
                      </a:r>
                      <a:endParaRPr lang="en-IL" sz="1800" dirty="0"/>
                    </a:p>
                  </a:txBody>
                  <a:tcPr/>
                </a:tc>
                <a:tc>
                  <a:txBody>
                    <a:bodyPr/>
                    <a:lstStyle/>
                    <a:p>
                      <a:r>
                        <a:rPr lang="en-US" dirty="0"/>
                        <a:t>33</a:t>
                      </a:r>
                      <a:endParaRPr lang="en-IL" dirty="0"/>
                    </a:p>
                  </a:txBody>
                  <a:tcPr/>
                </a:tc>
                <a:extLst>
                  <a:ext uri="{0D108BD9-81ED-4DB2-BD59-A6C34878D82A}">
                    <a16:rowId xmlns:a16="http://schemas.microsoft.com/office/drawing/2014/main" val="1652532601"/>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MP2.22</a:t>
                      </a:r>
                      <a:r>
                        <a:rPr lang="en-US" sz="1800" dirty="0"/>
                        <a:t> – Blur Image By Using Fast Gaussian Filters and Convolution</a:t>
                      </a:r>
                    </a:p>
                  </a:txBody>
                  <a:tcPr/>
                </a:tc>
                <a:tc>
                  <a:txBody>
                    <a:bodyPr/>
                    <a:lstStyle/>
                    <a:p>
                      <a:r>
                        <a:rPr lang="en-US" dirty="0"/>
                        <a:t>34</a:t>
                      </a:r>
                      <a:endParaRPr lang="en-IL" dirty="0"/>
                    </a:p>
                  </a:txBody>
                  <a:tcPr/>
                </a:tc>
                <a:extLst>
                  <a:ext uri="{0D108BD9-81ED-4DB2-BD59-A6C34878D82A}">
                    <a16:rowId xmlns:a16="http://schemas.microsoft.com/office/drawing/2014/main" val="3685854472"/>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t>MP2.23</a:t>
                      </a:r>
                      <a:r>
                        <a:rPr lang="en-US" sz="1800" dirty="0"/>
                        <a:t> – Blur Image By Using FD Gaussian Filter and FFT</a:t>
                      </a:r>
                      <a:endParaRPr lang="en-IL" sz="1800" dirty="0"/>
                    </a:p>
                  </a:txBody>
                  <a:tcPr/>
                </a:tc>
                <a:tc>
                  <a:txBody>
                    <a:bodyPr/>
                    <a:lstStyle/>
                    <a:p>
                      <a:r>
                        <a:rPr lang="en-US" dirty="0"/>
                        <a:t>37</a:t>
                      </a:r>
                      <a:endParaRPr lang="en-IL" dirty="0"/>
                    </a:p>
                  </a:txBody>
                  <a:tcPr/>
                </a:tc>
                <a:extLst>
                  <a:ext uri="{0D108BD9-81ED-4DB2-BD59-A6C34878D82A}">
                    <a16:rowId xmlns:a16="http://schemas.microsoft.com/office/drawing/2014/main" val="7582125"/>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MP2.24 – Restore Blurred Images – Convolution</a:t>
                      </a:r>
                      <a:endParaRPr lang="en-IL" sz="1800" b="0" kern="1200" dirty="0">
                        <a:solidFill>
                          <a:schemeClr val="tx1"/>
                        </a:solidFill>
                        <a:latin typeface="+mn-lt"/>
                        <a:ea typeface="+mn-ea"/>
                        <a:cs typeface="+mn-cs"/>
                      </a:endParaRPr>
                    </a:p>
                  </a:txBody>
                  <a:tcPr/>
                </a:tc>
                <a:tc>
                  <a:txBody>
                    <a:bodyPr/>
                    <a:lstStyle/>
                    <a:p>
                      <a:r>
                        <a:rPr lang="en-US" dirty="0"/>
                        <a:t>39</a:t>
                      </a:r>
                      <a:endParaRPr lang="en-IL" dirty="0"/>
                    </a:p>
                  </a:txBody>
                  <a:tcPr/>
                </a:tc>
                <a:extLst>
                  <a:ext uri="{0D108BD9-81ED-4DB2-BD59-A6C34878D82A}">
                    <a16:rowId xmlns:a16="http://schemas.microsoft.com/office/drawing/2014/main" val="461490774"/>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MP2.25 – Restore Blurred Images – FFT</a:t>
                      </a:r>
                      <a:endParaRPr lang="en-IL" sz="1800" b="0" kern="1200" dirty="0">
                        <a:solidFill>
                          <a:schemeClr val="tx1"/>
                        </a:solidFill>
                        <a:latin typeface="+mn-lt"/>
                        <a:ea typeface="+mn-ea"/>
                        <a:cs typeface="+mn-cs"/>
                      </a:endParaRPr>
                    </a:p>
                  </a:txBody>
                  <a:tcPr/>
                </a:tc>
                <a:tc>
                  <a:txBody>
                    <a:bodyPr/>
                    <a:lstStyle/>
                    <a:p>
                      <a:r>
                        <a:rPr lang="en-US" dirty="0"/>
                        <a:t>40</a:t>
                      </a:r>
                      <a:endParaRPr lang="en-IL" dirty="0"/>
                    </a:p>
                  </a:txBody>
                  <a:tcPr/>
                </a:tc>
                <a:extLst>
                  <a:ext uri="{0D108BD9-81ED-4DB2-BD59-A6C34878D82A}">
                    <a16:rowId xmlns:a16="http://schemas.microsoft.com/office/drawing/2014/main" val="3135650950"/>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MP2.26 – Restore Blurred Images – Results and Discussion</a:t>
                      </a:r>
                      <a:endParaRPr lang="en-IL" sz="1800" b="0" kern="1200" dirty="0">
                        <a:solidFill>
                          <a:schemeClr val="tx1"/>
                        </a:solidFill>
                        <a:latin typeface="+mn-lt"/>
                        <a:ea typeface="+mn-ea"/>
                        <a:cs typeface="+mn-cs"/>
                      </a:endParaRPr>
                    </a:p>
                  </a:txBody>
                  <a:tcPr/>
                </a:tc>
                <a:tc>
                  <a:txBody>
                    <a:bodyPr/>
                    <a:lstStyle/>
                    <a:p>
                      <a:r>
                        <a:rPr lang="en-US" dirty="0"/>
                        <a:t>41</a:t>
                      </a:r>
                      <a:endParaRPr lang="en-IL" dirty="0"/>
                    </a:p>
                  </a:txBody>
                  <a:tcPr/>
                </a:tc>
                <a:extLst>
                  <a:ext uri="{0D108BD9-81ED-4DB2-BD59-A6C34878D82A}">
                    <a16:rowId xmlns:a16="http://schemas.microsoft.com/office/drawing/2014/main" val="374238450"/>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MP2.3 – Main Code</a:t>
                      </a:r>
                      <a:endParaRPr lang="en-IL" sz="1800" b="0" kern="1200" dirty="0">
                        <a:solidFill>
                          <a:schemeClr val="tx1"/>
                        </a:solidFill>
                        <a:latin typeface="+mn-lt"/>
                        <a:ea typeface="+mn-ea"/>
                        <a:cs typeface="+mn-cs"/>
                      </a:endParaRPr>
                    </a:p>
                  </a:txBody>
                  <a:tcPr/>
                </a:tc>
                <a:tc>
                  <a:txBody>
                    <a:bodyPr/>
                    <a:lstStyle/>
                    <a:p>
                      <a:r>
                        <a:rPr lang="en-US" dirty="0"/>
                        <a:t>52</a:t>
                      </a:r>
                      <a:endParaRPr lang="en-IL" dirty="0"/>
                    </a:p>
                  </a:txBody>
                  <a:tcPr/>
                </a:tc>
                <a:extLst>
                  <a:ext uri="{0D108BD9-81ED-4DB2-BD59-A6C34878D82A}">
                    <a16:rowId xmlns:a16="http://schemas.microsoft.com/office/drawing/2014/main" val="5029011"/>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MP2.4 – Flow Charts</a:t>
                      </a:r>
                    </a:p>
                  </a:txBody>
                  <a:tcPr/>
                </a:tc>
                <a:tc>
                  <a:txBody>
                    <a:bodyPr/>
                    <a:lstStyle/>
                    <a:p>
                      <a:r>
                        <a:rPr lang="en-US" dirty="0"/>
                        <a:t>53</a:t>
                      </a:r>
                      <a:endParaRPr lang="en-IL" dirty="0"/>
                    </a:p>
                  </a:txBody>
                  <a:tcPr/>
                </a:tc>
                <a:extLst>
                  <a:ext uri="{0D108BD9-81ED-4DB2-BD59-A6C34878D82A}">
                    <a16:rowId xmlns:a16="http://schemas.microsoft.com/office/drawing/2014/main" val="3388346979"/>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MP2.5 – What Did We Learn</a:t>
                      </a:r>
                    </a:p>
                  </a:txBody>
                  <a:tcPr/>
                </a:tc>
                <a:tc>
                  <a:txBody>
                    <a:bodyPr/>
                    <a:lstStyle/>
                    <a:p>
                      <a:r>
                        <a:rPr lang="en-US" dirty="0"/>
                        <a:t>62</a:t>
                      </a:r>
                      <a:endParaRPr lang="en-IL" dirty="0"/>
                    </a:p>
                  </a:txBody>
                  <a:tcPr/>
                </a:tc>
                <a:extLst>
                  <a:ext uri="{0D108BD9-81ED-4DB2-BD59-A6C34878D82A}">
                    <a16:rowId xmlns:a16="http://schemas.microsoft.com/office/drawing/2014/main" val="4088420759"/>
                  </a:ext>
                </a:extLst>
              </a:tr>
              <a:tr h="39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MP2.6 – List of Sources – Bibliography</a:t>
                      </a:r>
                    </a:p>
                  </a:txBody>
                  <a:tcPr/>
                </a:tc>
                <a:tc>
                  <a:txBody>
                    <a:bodyPr/>
                    <a:lstStyle/>
                    <a:p>
                      <a:r>
                        <a:rPr lang="en-US" dirty="0"/>
                        <a:t>63</a:t>
                      </a:r>
                      <a:endParaRPr lang="en-IL" dirty="0"/>
                    </a:p>
                  </a:txBody>
                  <a:tcPr/>
                </a:tc>
                <a:extLst>
                  <a:ext uri="{0D108BD9-81ED-4DB2-BD59-A6C34878D82A}">
                    <a16:rowId xmlns:a16="http://schemas.microsoft.com/office/drawing/2014/main" val="1145705772"/>
                  </a:ext>
                </a:extLst>
              </a:tr>
            </a:tbl>
          </a:graphicData>
        </a:graphic>
      </p:graphicFrame>
    </p:spTree>
    <p:extLst>
      <p:ext uri="{BB962C8B-B14F-4D97-AF65-F5344CB8AC3E}">
        <p14:creationId xmlns:p14="http://schemas.microsoft.com/office/powerpoint/2010/main" val="2727606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97E42D0B-B01D-1CDF-BF7A-5B5A8B40AE55}"/>
              </a:ext>
            </a:extLst>
          </p:cNvPr>
          <p:cNvSpPr txBox="1">
            <a:spLocks/>
          </p:cNvSpPr>
          <p:nvPr/>
        </p:nvSpPr>
        <p:spPr>
          <a:xfrm>
            <a:off x="236220" y="1002349"/>
            <a:ext cx="7746492" cy="289299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A kernel, convolution matrix is a small matrix used for blurring, sharpening, embossing, edge detection, and more. </a:t>
            </a:r>
          </a:p>
          <a:p>
            <a:pPr algn="l" fontAlgn="base"/>
            <a:r>
              <a:rPr lang="en-US" sz="1800" dirty="0"/>
              <a:t>This is accomplished by doing a convolution between the kernel and the source image. </a:t>
            </a:r>
          </a:p>
          <a:p>
            <a:pPr algn="l" fontAlgn="base"/>
            <a:r>
              <a:rPr lang="en-US" sz="1800" dirty="0"/>
              <a:t>Convolution is the process of adding each element of the image to its local neighbors, weighted by the kernel. This is related to a form of mathematical convolution. </a:t>
            </a:r>
          </a:p>
          <a:p>
            <a:pPr fontAlgn="base"/>
            <a:r>
              <a:rPr lang="en-US" sz="1800" dirty="0"/>
              <a:t>This segment of the project explores the application of Filtration By Convolution in the spatial domain for blurring and restoring images.</a:t>
            </a:r>
          </a:p>
        </p:txBody>
      </p:sp>
      <p:sp>
        <p:nvSpPr>
          <p:cNvPr id="5" name="Content Placeholder 9">
            <a:extLst>
              <a:ext uri="{FF2B5EF4-FFF2-40B4-BE49-F238E27FC236}">
                <a16:creationId xmlns:a16="http://schemas.microsoft.com/office/drawing/2014/main" id="{89A865EE-3620-A379-1EB9-D83434242F96}"/>
              </a:ext>
            </a:extLst>
          </p:cNvPr>
          <p:cNvSpPr txBox="1">
            <a:spLocks/>
          </p:cNvSpPr>
          <p:nvPr/>
        </p:nvSpPr>
        <p:spPr>
          <a:xfrm>
            <a:off x="9441262" y="3771035"/>
            <a:ext cx="1957208" cy="229548"/>
          </a:xfrm>
          <a:prstGeom prst="rect">
            <a:avLst/>
          </a:prstGeom>
          <a:solidFill>
            <a:schemeClr val="bg1"/>
          </a:solidFill>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 2D Convolution Example</a:t>
            </a:r>
            <a:endParaRPr lang="en-IL" sz="1100" dirty="0"/>
          </a:p>
        </p:txBody>
      </p:sp>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236220" y="150775"/>
            <a:ext cx="10348392" cy="625475"/>
          </a:xfrm>
        </p:spPr>
        <p:txBody>
          <a:bodyPr vert="horz" lIns="91440" tIns="45720" rIns="91440" bIns="45720" rtlCol="0" anchor="ctr">
            <a:noAutofit/>
          </a:bodyPr>
          <a:lstStyle/>
          <a:p>
            <a:r>
              <a:rPr lang="en-US" sz="3600" b="1" dirty="0"/>
              <a:t>MP2.11. Introduction – Filtration By Convolution</a:t>
            </a:r>
            <a:endParaRPr lang="en-IL" sz="3600" b="1" dirty="0"/>
          </a:p>
        </p:txBody>
      </p:sp>
      <p:pic>
        <p:nvPicPr>
          <p:cNvPr id="8" name="Picture 7">
            <a:extLst>
              <a:ext uri="{FF2B5EF4-FFF2-40B4-BE49-F238E27FC236}">
                <a16:creationId xmlns:a16="http://schemas.microsoft.com/office/drawing/2014/main" id="{7B2DC235-AE23-8BE3-BFC1-21CB8B223A65}"/>
              </a:ext>
            </a:extLst>
          </p:cNvPr>
          <p:cNvPicPr>
            <a:picLocks noChangeAspect="1"/>
          </p:cNvPicPr>
          <p:nvPr/>
        </p:nvPicPr>
        <p:blipFill>
          <a:blip r:embed="rId2"/>
          <a:stretch>
            <a:fillRect/>
          </a:stretch>
        </p:blipFill>
        <p:spPr>
          <a:xfrm>
            <a:off x="8851395" y="1118079"/>
            <a:ext cx="2877664" cy="2538766"/>
          </a:xfrm>
          <a:prstGeom prst="rect">
            <a:avLst/>
          </a:prstGeom>
        </p:spPr>
      </p:pic>
    </p:spTree>
    <p:extLst>
      <p:ext uri="{BB962C8B-B14F-4D97-AF65-F5344CB8AC3E}">
        <p14:creationId xmlns:p14="http://schemas.microsoft.com/office/powerpoint/2010/main" val="64151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97E42D0B-B01D-1CDF-BF7A-5B5A8B40AE55}"/>
              </a:ext>
            </a:extLst>
          </p:cNvPr>
          <p:cNvSpPr txBox="1">
            <a:spLocks/>
          </p:cNvSpPr>
          <p:nvPr/>
        </p:nvSpPr>
        <p:spPr>
          <a:xfrm>
            <a:off x="205740" y="1139509"/>
            <a:ext cx="9373606" cy="288385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Fast Fourier Transform (FFT) is a fundamental tool in digital image processing, enabling efficient analysis, manipulation, and enhancement of images in the frequency domain. </a:t>
            </a:r>
          </a:p>
          <a:p>
            <a:pPr fontAlgn="base"/>
            <a:r>
              <a:rPr lang="en-US" sz="1800" dirty="0"/>
              <a:t>Its applications range from basic filtering operations to advanced techniques such as image restoration and compression. </a:t>
            </a:r>
          </a:p>
          <a:p>
            <a:pPr algn="l" fontAlgn="base"/>
            <a:r>
              <a:rPr lang="en-US" sz="1800" dirty="0"/>
              <a:t>FFT is an algorithm for efficiently computing the Fourier Transform of a discrete signal or image. It dramatically reduces the computational complexity of the Fourier Transform, making it practical for real-time processing of digital signals, including images.</a:t>
            </a:r>
          </a:p>
          <a:p>
            <a:pPr algn="l" fontAlgn="base"/>
            <a:r>
              <a:rPr lang="en-US" sz="1800" dirty="0"/>
              <a:t>This segment of the project explores the application of Fast Fourier Transform (FFT) in the frequency domain for blurring and restoring images.</a:t>
            </a:r>
          </a:p>
        </p:txBody>
      </p:sp>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236220" y="150775"/>
            <a:ext cx="10348392" cy="625475"/>
          </a:xfrm>
        </p:spPr>
        <p:txBody>
          <a:bodyPr vert="horz" lIns="91440" tIns="45720" rIns="91440" bIns="45720" rtlCol="0" anchor="ctr">
            <a:noAutofit/>
          </a:bodyPr>
          <a:lstStyle/>
          <a:p>
            <a:r>
              <a:rPr lang="en-US" sz="3600" b="1" dirty="0"/>
              <a:t>MP2.11. Introduction – Fast Fourier Transform (FFT)</a:t>
            </a:r>
            <a:endParaRPr lang="en-IL" sz="3600" b="1" dirty="0"/>
          </a:p>
        </p:txBody>
      </p:sp>
    </p:spTree>
    <p:extLst>
      <p:ext uri="{BB962C8B-B14F-4D97-AF65-F5344CB8AC3E}">
        <p14:creationId xmlns:p14="http://schemas.microsoft.com/office/powerpoint/2010/main" val="306284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236220" y="212725"/>
            <a:ext cx="9157946" cy="625475"/>
          </a:xfrm>
        </p:spPr>
        <p:txBody>
          <a:bodyPr vert="horz" lIns="91440" tIns="45720" rIns="91440" bIns="45720" rtlCol="0" anchor="ctr">
            <a:noAutofit/>
          </a:bodyPr>
          <a:lstStyle/>
          <a:p>
            <a:r>
              <a:rPr lang="en-US" sz="3600" b="1" dirty="0"/>
              <a:t>MP2.11. VGA BMP Image Creation – Tim1.bmp </a:t>
            </a:r>
            <a:endParaRPr lang="en-IL" sz="3600" b="1" dirty="0"/>
          </a:p>
        </p:txBody>
      </p:sp>
      <p:sp>
        <p:nvSpPr>
          <p:cNvPr id="8" name="Content Placeholder 9">
            <a:extLst>
              <a:ext uri="{FF2B5EF4-FFF2-40B4-BE49-F238E27FC236}">
                <a16:creationId xmlns:a16="http://schemas.microsoft.com/office/drawing/2014/main" id="{8F179FEC-5E8C-76B7-87DC-1FE04DC6AF92}"/>
              </a:ext>
            </a:extLst>
          </p:cNvPr>
          <p:cNvSpPr txBox="1">
            <a:spLocks/>
          </p:cNvSpPr>
          <p:nvPr/>
        </p:nvSpPr>
        <p:spPr>
          <a:xfrm>
            <a:off x="8251096" y="4552832"/>
            <a:ext cx="2286138"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 6 Lines Text Image – Tim1.bmp </a:t>
            </a:r>
            <a:endParaRPr lang="en-IL" sz="1100" dirty="0"/>
          </a:p>
        </p:txBody>
      </p:sp>
      <p:sp>
        <p:nvSpPr>
          <p:cNvPr id="10" name="Content Placeholder 9">
            <a:extLst>
              <a:ext uri="{FF2B5EF4-FFF2-40B4-BE49-F238E27FC236}">
                <a16:creationId xmlns:a16="http://schemas.microsoft.com/office/drawing/2014/main" id="{C3C7FCDD-44E6-4BDA-2CD5-921EA8A03DF0}"/>
              </a:ext>
            </a:extLst>
          </p:cNvPr>
          <p:cNvSpPr txBox="1">
            <a:spLocks/>
          </p:cNvSpPr>
          <p:nvPr/>
        </p:nvSpPr>
        <p:spPr>
          <a:xfrm>
            <a:off x="236220" y="1039271"/>
            <a:ext cx="6242218" cy="182469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First, we created BMP VGA Image (640x480) Tim1.bmp (Fig 2) By using MS Paint.</a:t>
            </a:r>
          </a:p>
          <a:p>
            <a:pPr algn="l" fontAlgn="base"/>
            <a:r>
              <a:rPr lang="en-US" sz="1800" dirty="0"/>
              <a:t>The image contains 6 lines of the text: </a:t>
            </a:r>
            <a:br>
              <a:rPr lang="en-US" sz="1800" dirty="0"/>
            </a:br>
            <a:r>
              <a:rPr lang="en-US" sz="1800" dirty="0"/>
              <a:t>“Hello from 2178-7352-7515”</a:t>
            </a:r>
          </a:p>
          <a:p>
            <a:pPr algn="l" fontAlgn="base"/>
            <a:r>
              <a:rPr lang="en-US" sz="1800" dirty="0"/>
              <a:t>Font size of every line is different (from small to large).</a:t>
            </a:r>
          </a:p>
        </p:txBody>
      </p:sp>
      <p:pic>
        <p:nvPicPr>
          <p:cNvPr id="12" name="Picture 11" descr="A close-up of a phone number&#10;&#10;Description automatically generated">
            <a:extLst>
              <a:ext uri="{FF2B5EF4-FFF2-40B4-BE49-F238E27FC236}">
                <a16:creationId xmlns:a16="http://schemas.microsoft.com/office/drawing/2014/main" id="{45B0EFA8-8BA9-FDA7-6492-59B870B5C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8897" y="867223"/>
            <a:ext cx="4790536" cy="3592902"/>
          </a:xfrm>
          <a:prstGeom prst="rect">
            <a:avLst/>
          </a:prstGeom>
          <a:ln w="19050">
            <a:solidFill>
              <a:schemeClr val="tx1"/>
            </a:solidFill>
          </a:ln>
        </p:spPr>
      </p:pic>
    </p:spTree>
    <p:extLst>
      <p:ext uri="{BB962C8B-B14F-4D97-AF65-F5344CB8AC3E}">
        <p14:creationId xmlns:p14="http://schemas.microsoft.com/office/powerpoint/2010/main" val="2825479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30568" y="212725"/>
            <a:ext cx="12149240"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sp>
        <p:nvSpPr>
          <p:cNvPr id="5" name="Content Placeholder 9">
            <a:extLst>
              <a:ext uri="{FF2B5EF4-FFF2-40B4-BE49-F238E27FC236}">
                <a16:creationId xmlns:a16="http://schemas.microsoft.com/office/drawing/2014/main" id="{BF4F2C32-E81B-C407-683A-A15EC9497B27}"/>
              </a:ext>
            </a:extLst>
          </p:cNvPr>
          <p:cNvSpPr txBox="1">
            <a:spLocks/>
          </p:cNvSpPr>
          <p:nvPr/>
        </p:nvSpPr>
        <p:spPr>
          <a:xfrm>
            <a:off x="426002" y="935753"/>
            <a:ext cx="8562724" cy="405894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Fast Gaussian filters utilize approximation techniques to accelerate the blurring process while maintaining the Gaussian effect over the image.</a:t>
            </a:r>
          </a:p>
          <a:p>
            <a:pPr algn="l" fontAlgn="base"/>
            <a:r>
              <a:rPr lang="en-US" sz="1800" dirty="0"/>
              <a:t>One common approach is to exploit the separability property of Gaussian filters, which states that a 2D Gaussian kernel can be decomposed into two 1D kernels (one for rows and one for columns).</a:t>
            </a:r>
          </a:p>
          <a:p>
            <a:pPr algn="l" fontAlgn="base"/>
            <a:r>
              <a:rPr lang="en-US" sz="1800" dirty="0"/>
              <a:t>Instead of directly convolving the image with a 2D Gaussian kernel, the image is convolved separately along rows and columns with 1D Gaussian kernels.</a:t>
            </a:r>
          </a:p>
          <a:p>
            <a:pPr algn="l" fontAlgn="base"/>
            <a:r>
              <a:rPr lang="en-US" sz="1800" dirty="0"/>
              <a:t>By applying two consecutive 1D convolutions instead of a single 2D convolution, fast Gaussian filters achieve a significant speedup in computation.</a:t>
            </a:r>
          </a:p>
          <a:p>
            <a:pPr algn="l" fontAlgn="base"/>
            <a:r>
              <a:rPr lang="en-US" sz="1800" dirty="0"/>
              <a:t>Accuracy vs. Speed Tradeoff: While fast Gaussian filters offer computational efficiency, there might be a tradeoff in terms of accuracy compared to the exact Gaussian blur achieved by 2D convolution. However, in practice, the difference in quality may be negligible for many applications.</a:t>
            </a:r>
          </a:p>
        </p:txBody>
      </p:sp>
    </p:spTree>
    <p:extLst>
      <p:ext uri="{BB962C8B-B14F-4D97-AF65-F5344CB8AC3E}">
        <p14:creationId xmlns:p14="http://schemas.microsoft.com/office/powerpoint/2010/main" val="4025337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30568" y="212725"/>
            <a:ext cx="12143144"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6219" y="978318"/>
            <a:ext cx="9408113" cy="215307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Our project involves working with two 2D filters, sized 5x5 (Fig 3) and 7x7 (Fig 4).</a:t>
            </a:r>
          </a:p>
          <a:p>
            <a:pPr algn="l" fontAlgn="base"/>
            <a:r>
              <a:rPr lang="en-US" sz="1800" dirty="0"/>
              <a:t>The goal is to optimize these filters into fast Gaussian filters to enhance computational efficiency.</a:t>
            </a:r>
          </a:p>
          <a:p>
            <a:pPr algn="l" fontAlgn="base"/>
            <a:r>
              <a:rPr lang="en-US" sz="1800" dirty="0"/>
              <a:t>The process includes decomposing the 2D filters into two 1D kernels for both rows and columns.</a:t>
            </a:r>
          </a:p>
          <a:p>
            <a:pPr algn="l" fontAlgn="base"/>
            <a:r>
              <a:rPr lang="en-US" sz="1800" dirty="0"/>
              <a:t>This decomposition aims to accelerate the blurring process significantly while maintaining the desired Gaussian blur effect.</a:t>
            </a:r>
          </a:p>
          <a:p>
            <a:pPr fontAlgn="base"/>
            <a:r>
              <a:rPr lang="en-US" sz="1800" dirty="0"/>
              <a:t>The Resulted Fast Gaussian (1D) filters are sized 5 (Fig 5) and 7 (Fig 6).</a:t>
            </a:r>
          </a:p>
        </p:txBody>
      </p:sp>
      <p:grpSp>
        <p:nvGrpSpPr>
          <p:cNvPr id="21" name="Group 20">
            <a:extLst>
              <a:ext uri="{FF2B5EF4-FFF2-40B4-BE49-F238E27FC236}">
                <a16:creationId xmlns:a16="http://schemas.microsoft.com/office/drawing/2014/main" id="{E48C9907-EA6C-3184-95E1-4787F64EC14F}"/>
              </a:ext>
            </a:extLst>
          </p:cNvPr>
          <p:cNvGrpSpPr/>
          <p:nvPr/>
        </p:nvGrpSpPr>
        <p:grpSpPr>
          <a:xfrm>
            <a:off x="565186" y="3558535"/>
            <a:ext cx="1963745" cy="1896870"/>
            <a:chOff x="789473" y="3271507"/>
            <a:chExt cx="1963745" cy="1896870"/>
          </a:xfrm>
        </p:grpSpPr>
        <p:pic>
          <p:nvPicPr>
            <p:cNvPr id="22" name="Picture 21">
              <a:extLst>
                <a:ext uri="{FF2B5EF4-FFF2-40B4-BE49-F238E27FC236}">
                  <a16:creationId xmlns:a16="http://schemas.microsoft.com/office/drawing/2014/main" id="{E213132D-0570-5C24-7216-97F145B2D229}"/>
                </a:ext>
              </a:extLst>
            </p:cNvPr>
            <p:cNvPicPr>
              <a:picLocks noChangeAspect="1"/>
            </p:cNvPicPr>
            <p:nvPr/>
          </p:nvPicPr>
          <p:blipFill rotWithShape="1">
            <a:blip r:embed="rId2"/>
            <a:srcRect t="5932" r="55401" b="4447"/>
            <a:stretch/>
          </p:blipFill>
          <p:spPr>
            <a:xfrm>
              <a:off x="789473" y="3271507"/>
              <a:ext cx="1963745" cy="1766977"/>
            </a:xfrm>
            <a:prstGeom prst="rect">
              <a:avLst/>
            </a:prstGeom>
          </p:spPr>
        </p:pic>
        <p:sp>
          <p:nvSpPr>
            <p:cNvPr id="23" name="Content Placeholder 9">
              <a:extLst>
                <a:ext uri="{FF2B5EF4-FFF2-40B4-BE49-F238E27FC236}">
                  <a16:creationId xmlns:a16="http://schemas.microsoft.com/office/drawing/2014/main" id="{C6A8023A-E723-8E36-D51C-2D6B9D577133}"/>
                </a:ext>
              </a:extLst>
            </p:cNvPr>
            <p:cNvSpPr txBox="1">
              <a:spLocks/>
            </p:cNvSpPr>
            <p:nvPr/>
          </p:nvSpPr>
          <p:spPr>
            <a:xfrm>
              <a:off x="877784" y="4908590"/>
              <a:ext cx="1787121"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 2D 5x5 Gaussian Filter</a:t>
              </a:r>
              <a:endParaRPr lang="en-IL" sz="1100" dirty="0"/>
            </a:p>
          </p:txBody>
        </p:sp>
      </p:grpSp>
      <p:grpSp>
        <p:nvGrpSpPr>
          <p:cNvPr id="24" name="Group 23">
            <a:extLst>
              <a:ext uri="{FF2B5EF4-FFF2-40B4-BE49-F238E27FC236}">
                <a16:creationId xmlns:a16="http://schemas.microsoft.com/office/drawing/2014/main" id="{EF3AEDE6-0589-37B0-293A-C25D221C8831}"/>
              </a:ext>
            </a:extLst>
          </p:cNvPr>
          <p:cNvGrpSpPr/>
          <p:nvPr/>
        </p:nvGrpSpPr>
        <p:grpSpPr>
          <a:xfrm>
            <a:off x="6185565" y="3462255"/>
            <a:ext cx="2455186" cy="2324374"/>
            <a:chOff x="8356161" y="3555308"/>
            <a:chExt cx="2455186" cy="2324374"/>
          </a:xfrm>
        </p:grpSpPr>
        <p:pic>
          <p:nvPicPr>
            <p:cNvPr id="25" name="Picture 24">
              <a:extLst>
                <a:ext uri="{FF2B5EF4-FFF2-40B4-BE49-F238E27FC236}">
                  <a16:creationId xmlns:a16="http://schemas.microsoft.com/office/drawing/2014/main" id="{782E2BF2-9C9A-BFCF-7FCA-08C471FF9649}"/>
                </a:ext>
              </a:extLst>
            </p:cNvPr>
            <p:cNvPicPr>
              <a:picLocks noChangeAspect="1"/>
            </p:cNvPicPr>
            <p:nvPr/>
          </p:nvPicPr>
          <p:blipFill rotWithShape="1">
            <a:blip r:embed="rId2"/>
            <a:srcRect l="45430" t="18"/>
            <a:stretch/>
          </p:blipFill>
          <p:spPr>
            <a:xfrm>
              <a:off x="8356161" y="3555308"/>
              <a:ext cx="2455186" cy="2014269"/>
            </a:xfrm>
            <a:prstGeom prst="rect">
              <a:avLst/>
            </a:prstGeom>
          </p:spPr>
        </p:pic>
        <p:sp>
          <p:nvSpPr>
            <p:cNvPr id="26" name="Content Placeholder 9">
              <a:extLst>
                <a:ext uri="{FF2B5EF4-FFF2-40B4-BE49-F238E27FC236}">
                  <a16:creationId xmlns:a16="http://schemas.microsoft.com/office/drawing/2014/main" id="{FF1416E5-9481-0022-2950-2972BAA9876E}"/>
                </a:ext>
              </a:extLst>
            </p:cNvPr>
            <p:cNvSpPr txBox="1">
              <a:spLocks/>
            </p:cNvSpPr>
            <p:nvPr/>
          </p:nvSpPr>
          <p:spPr>
            <a:xfrm>
              <a:off x="8718759" y="5619895"/>
              <a:ext cx="2036109"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4: 2D 5x5 Gaussian Filter</a:t>
              </a:r>
              <a:endParaRPr lang="en-IL" sz="1100" dirty="0"/>
            </a:p>
          </p:txBody>
        </p:sp>
      </p:grpSp>
      <p:grpSp>
        <p:nvGrpSpPr>
          <p:cNvPr id="27" name="Group 26">
            <a:extLst>
              <a:ext uri="{FF2B5EF4-FFF2-40B4-BE49-F238E27FC236}">
                <a16:creationId xmlns:a16="http://schemas.microsoft.com/office/drawing/2014/main" id="{A4D0FD97-C144-BAFD-440F-F5B04674C64B}"/>
              </a:ext>
            </a:extLst>
          </p:cNvPr>
          <p:cNvGrpSpPr/>
          <p:nvPr/>
        </p:nvGrpSpPr>
        <p:grpSpPr>
          <a:xfrm>
            <a:off x="3454304" y="4164233"/>
            <a:ext cx="1520475" cy="748656"/>
            <a:chOff x="3309342" y="4254350"/>
            <a:chExt cx="1520475" cy="748656"/>
          </a:xfrm>
        </p:grpSpPr>
        <p:pic>
          <p:nvPicPr>
            <p:cNvPr id="28" name="תמונה 9">
              <a:extLst>
                <a:ext uri="{FF2B5EF4-FFF2-40B4-BE49-F238E27FC236}">
                  <a16:creationId xmlns:a16="http://schemas.microsoft.com/office/drawing/2014/main" id="{354E0DA3-DF3C-E13F-02F3-C08D317E65D1}"/>
                </a:ext>
              </a:extLst>
            </p:cNvPr>
            <p:cNvPicPr>
              <a:picLocks noChangeAspect="1"/>
            </p:cNvPicPr>
            <p:nvPr/>
          </p:nvPicPr>
          <p:blipFill>
            <a:blip r:embed="rId3"/>
            <a:stretch>
              <a:fillRect/>
            </a:stretch>
          </p:blipFill>
          <p:spPr>
            <a:xfrm>
              <a:off x="3385302" y="4254350"/>
              <a:ext cx="1371159" cy="311355"/>
            </a:xfrm>
            <a:prstGeom prst="rect">
              <a:avLst/>
            </a:prstGeom>
            <a:ln>
              <a:solidFill>
                <a:schemeClr val="tx1"/>
              </a:solidFill>
            </a:ln>
          </p:spPr>
        </p:pic>
        <p:sp>
          <p:nvSpPr>
            <p:cNvPr id="29" name="Content Placeholder 9">
              <a:extLst>
                <a:ext uri="{FF2B5EF4-FFF2-40B4-BE49-F238E27FC236}">
                  <a16:creationId xmlns:a16="http://schemas.microsoft.com/office/drawing/2014/main" id="{8BBE86B0-82E9-7C24-A05E-537935223E71}"/>
                </a:ext>
              </a:extLst>
            </p:cNvPr>
            <p:cNvSpPr txBox="1">
              <a:spLocks/>
            </p:cNvSpPr>
            <p:nvPr/>
          </p:nvSpPr>
          <p:spPr>
            <a:xfrm>
              <a:off x="3309342" y="4647631"/>
              <a:ext cx="1520475" cy="35537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 1D Fast Gaussian Filter- Size 5</a:t>
              </a:r>
              <a:endParaRPr lang="en-IL" sz="1100" dirty="0"/>
            </a:p>
          </p:txBody>
        </p:sp>
      </p:grpSp>
      <p:grpSp>
        <p:nvGrpSpPr>
          <p:cNvPr id="30" name="Group 29">
            <a:extLst>
              <a:ext uri="{FF2B5EF4-FFF2-40B4-BE49-F238E27FC236}">
                <a16:creationId xmlns:a16="http://schemas.microsoft.com/office/drawing/2014/main" id="{3B1F2A86-22C5-BF04-E853-38AC76FA601C}"/>
              </a:ext>
            </a:extLst>
          </p:cNvPr>
          <p:cNvGrpSpPr/>
          <p:nvPr/>
        </p:nvGrpSpPr>
        <p:grpSpPr>
          <a:xfrm>
            <a:off x="9693214" y="4128176"/>
            <a:ext cx="2104845" cy="805297"/>
            <a:chOff x="5812215" y="5352912"/>
            <a:chExt cx="2104845" cy="805297"/>
          </a:xfrm>
        </p:grpSpPr>
        <p:pic>
          <p:nvPicPr>
            <p:cNvPr id="31" name="תמונה 7">
              <a:extLst>
                <a:ext uri="{FF2B5EF4-FFF2-40B4-BE49-F238E27FC236}">
                  <a16:creationId xmlns:a16="http://schemas.microsoft.com/office/drawing/2014/main" id="{7D59DF32-3E7F-45EC-F766-8E74DC6E114B}"/>
                </a:ext>
              </a:extLst>
            </p:cNvPr>
            <p:cNvPicPr>
              <a:picLocks noChangeAspect="1"/>
            </p:cNvPicPr>
            <p:nvPr/>
          </p:nvPicPr>
          <p:blipFill>
            <a:blip r:embed="rId4"/>
            <a:stretch>
              <a:fillRect/>
            </a:stretch>
          </p:blipFill>
          <p:spPr>
            <a:xfrm>
              <a:off x="5812215" y="5352912"/>
              <a:ext cx="2104845" cy="409793"/>
            </a:xfrm>
            <a:prstGeom prst="rect">
              <a:avLst/>
            </a:prstGeom>
            <a:ln>
              <a:solidFill>
                <a:schemeClr val="tx1"/>
              </a:solidFill>
            </a:ln>
          </p:spPr>
        </p:pic>
        <p:sp>
          <p:nvSpPr>
            <p:cNvPr id="32" name="Content Placeholder 9">
              <a:extLst>
                <a:ext uri="{FF2B5EF4-FFF2-40B4-BE49-F238E27FC236}">
                  <a16:creationId xmlns:a16="http://schemas.microsoft.com/office/drawing/2014/main" id="{EBCFF093-9DB4-6DA5-CDDA-F7554CFDD685}"/>
                </a:ext>
              </a:extLst>
            </p:cNvPr>
            <p:cNvSpPr txBox="1">
              <a:spLocks/>
            </p:cNvSpPr>
            <p:nvPr/>
          </p:nvSpPr>
          <p:spPr>
            <a:xfrm>
              <a:off x="6104401" y="5802834"/>
              <a:ext cx="1520475" cy="35537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 1D Fast Gaussian Filter- Size 7</a:t>
              </a:r>
              <a:endParaRPr lang="en-IL" sz="1100" dirty="0"/>
            </a:p>
          </p:txBody>
        </p:sp>
      </p:grpSp>
      <p:sp>
        <p:nvSpPr>
          <p:cNvPr id="33" name="Arrow: Right 32">
            <a:extLst>
              <a:ext uri="{FF2B5EF4-FFF2-40B4-BE49-F238E27FC236}">
                <a16:creationId xmlns:a16="http://schemas.microsoft.com/office/drawing/2014/main" id="{414A8C8A-0B88-FE64-205B-5977A7E19013}"/>
              </a:ext>
            </a:extLst>
          </p:cNvPr>
          <p:cNvSpPr/>
          <p:nvPr/>
        </p:nvSpPr>
        <p:spPr>
          <a:xfrm>
            <a:off x="2452859" y="4395293"/>
            <a:ext cx="788743" cy="2853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4" name="Arrow: Right 33">
            <a:extLst>
              <a:ext uri="{FF2B5EF4-FFF2-40B4-BE49-F238E27FC236}">
                <a16:creationId xmlns:a16="http://schemas.microsoft.com/office/drawing/2014/main" id="{5A54A706-0DD9-BFE7-49AC-E259FF981995}"/>
              </a:ext>
            </a:extLst>
          </p:cNvPr>
          <p:cNvSpPr/>
          <p:nvPr/>
        </p:nvSpPr>
        <p:spPr>
          <a:xfrm>
            <a:off x="8719726" y="4395292"/>
            <a:ext cx="788743" cy="2853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163431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0" y="212725"/>
            <a:ext cx="12192000"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98736" y="901972"/>
            <a:ext cx="5733284" cy="486910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This code (Fig 7) applies a fast Gaussian filter convolution to an input image.</a:t>
            </a:r>
          </a:p>
          <a:p>
            <a:pPr algn="l" fontAlgn="base"/>
            <a:r>
              <a:rPr lang="en-US" sz="1800" dirty="0"/>
              <a:t>It loads the input image from a file specified by </a:t>
            </a:r>
            <a:r>
              <a:rPr lang="en-US" sz="1800" dirty="0" err="1"/>
              <a:t>inputFileName</a:t>
            </a:r>
            <a:r>
              <a:rPr lang="en-US" sz="1800" dirty="0"/>
              <a:t>.</a:t>
            </a:r>
          </a:p>
          <a:p>
            <a:pPr algn="l" fontAlgn="base"/>
            <a:r>
              <a:rPr lang="en-US" sz="1800" dirty="0"/>
              <a:t>Two different low-pass filter kernels, LPF1 and LPF2, are defined.</a:t>
            </a:r>
          </a:p>
          <a:p>
            <a:pPr algn="l" fontAlgn="base"/>
            <a:r>
              <a:rPr lang="en-US" sz="1800" dirty="0"/>
              <a:t>The DoGaussianFiltration function is called twice.</a:t>
            </a:r>
          </a:p>
          <a:p>
            <a:pPr lvl="1" fontAlgn="base"/>
            <a:r>
              <a:rPr lang="en-US" sz="1600" dirty="0"/>
              <a:t>First, with LPF1 and a parameter 2.</a:t>
            </a:r>
          </a:p>
          <a:p>
            <a:pPr lvl="1" fontAlgn="base"/>
            <a:r>
              <a:rPr lang="en-US" sz="1600" dirty="0"/>
              <a:t>Second, with LPF2 and a parameter 3.</a:t>
            </a:r>
          </a:p>
          <a:p>
            <a:pPr algn="l" fontAlgn="base"/>
            <a:r>
              <a:rPr lang="en-US" sz="1800" dirty="0"/>
              <a:t>Output filenames for the filtered images are constructed by appending suffixes to the input filename.</a:t>
            </a:r>
          </a:p>
          <a:p>
            <a:pPr algn="l" fontAlgn="base"/>
            <a:r>
              <a:rPr lang="en-US" sz="1800" dirty="0"/>
              <a:t>The filtered images are saved with the constructed filenames.</a:t>
            </a:r>
          </a:p>
          <a:p>
            <a:pPr algn="l" fontAlgn="base"/>
            <a:r>
              <a:rPr lang="en-US" sz="1800" dirty="0"/>
              <a:t>The function returns a vector containing the filenames of the filtered images.</a:t>
            </a:r>
          </a:p>
        </p:txBody>
      </p:sp>
      <p:pic>
        <p:nvPicPr>
          <p:cNvPr id="6" name="Picture 5">
            <a:extLst>
              <a:ext uri="{FF2B5EF4-FFF2-40B4-BE49-F238E27FC236}">
                <a16:creationId xmlns:a16="http://schemas.microsoft.com/office/drawing/2014/main" id="{A6571C5D-28F1-AAB5-7E8E-8D86DE892122}"/>
              </a:ext>
            </a:extLst>
          </p:cNvPr>
          <p:cNvPicPr>
            <a:picLocks noChangeAspect="1"/>
          </p:cNvPicPr>
          <p:nvPr/>
        </p:nvPicPr>
        <p:blipFill>
          <a:blip r:embed="rId2"/>
          <a:stretch>
            <a:fillRect/>
          </a:stretch>
        </p:blipFill>
        <p:spPr>
          <a:xfrm>
            <a:off x="6299341" y="901972"/>
            <a:ext cx="5570102" cy="3108002"/>
          </a:xfrm>
          <a:prstGeom prst="rect">
            <a:avLst/>
          </a:prstGeom>
        </p:spPr>
      </p:pic>
      <p:sp>
        <p:nvSpPr>
          <p:cNvPr id="11" name="Content Placeholder 9">
            <a:extLst>
              <a:ext uri="{FF2B5EF4-FFF2-40B4-BE49-F238E27FC236}">
                <a16:creationId xmlns:a16="http://schemas.microsoft.com/office/drawing/2014/main" id="{9E9CECC2-1491-9745-E1E2-7876DC7B5AE5}"/>
              </a:ext>
            </a:extLst>
          </p:cNvPr>
          <p:cNvSpPr txBox="1">
            <a:spLocks/>
          </p:cNvSpPr>
          <p:nvPr/>
        </p:nvSpPr>
        <p:spPr>
          <a:xfrm>
            <a:off x="7941323" y="4073746"/>
            <a:ext cx="2286138" cy="19703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 Code for applying fast gaussian</a:t>
            </a:r>
            <a:endParaRPr lang="en-IL" sz="1100" dirty="0"/>
          </a:p>
        </p:txBody>
      </p:sp>
    </p:spTree>
    <p:extLst>
      <p:ext uri="{BB962C8B-B14F-4D97-AF65-F5344CB8AC3E}">
        <p14:creationId xmlns:p14="http://schemas.microsoft.com/office/powerpoint/2010/main" val="393058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9144" y="212725"/>
            <a:ext cx="12192000"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864078"/>
            <a:ext cx="5552102" cy="570801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This function performs a Gaussian filtration on a 2D gray-scale image (Fig 8).</a:t>
            </a:r>
          </a:p>
          <a:p>
            <a:pPr algn="l" fontAlgn="base"/>
            <a:r>
              <a:rPr lang="en-US" sz="1800" dirty="0"/>
              <a:t>It takes the image, a filter kernel, and half the size of the filter as input parameters. It initializes a temporary destination image with the same dimensions as the source image.</a:t>
            </a:r>
          </a:p>
          <a:p>
            <a:pPr algn="l" fontAlgn="base"/>
            <a:r>
              <a:rPr lang="en-US" sz="1800" dirty="0"/>
              <a:t>The function iterates over the rows and columns of the source image. For each pixel, it convolves the filter kernel in the horizontal direction (x).</a:t>
            </a:r>
          </a:p>
          <a:p>
            <a:pPr algn="l" fontAlgn="base"/>
            <a:r>
              <a:rPr lang="en-US" sz="1800" dirty="0"/>
              <a:t>The filtered pixel value is stored in the temporary destination image.</a:t>
            </a:r>
          </a:p>
          <a:p>
            <a:pPr algn="l" fontAlgn="base"/>
            <a:r>
              <a:rPr lang="en-US" sz="1800" dirty="0"/>
              <a:t>After filtering in the horizontal direction, the source image is cleared.</a:t>
            </a:r>
          </a:p>
          <a:p>
            <a:pPr algn="l" fontAlgn="base"/>
            <a:r>
              <a:rPr lang="en-US" sz="1800" dirty="0"/>
              <a:t>The function then iterates over the rows and columns of the temporary destination image.</a:t>
            </a:r>
          </a:p>
          <a:p>
            <a:pPr algn="l" fontAlgn="base"/>
            <a:r>
              <a:rPr lang="en-US" sz="1800" dirty="0"/>
              <a:t>For each pixel, it convolves the filter kernel in the vertical direction (y).</a:t>
            </a:r>
          </a:p>
          <a:p>
            <a:pPr algn="l" fontAlgn="base"/>
            <a:r>
              <a:rPr lang="en-US" sz="1800" dirty="0"/>
              <a:t>The filtered pixel value is stored back in the source image.</a:t>
            </a:r>
          </a:p>
        </p:txBody>
      </p:sp>
      <p:pic>
        <p:nvPicPr>
          <p:cNvPr id="8" name="Picture 7">
            <a:extLst>
              <a:ext uri="{FF2B5EF4-FFF2-40B4-BE49-F238E27FC236}">
                <a16:creationId xmlns:a16="http://schemas.microsoft.com/office/drawing/2014/main" id="{5E20BA7B-06CC-B2D3-B651-F33D0B2239B4}"/>
              </a:ext>
            </a:extLst>
          </p:cNvPr>
          <p:cNvPicPr>
            <a:picLocks noChangeAspect="1"/>
          </p:cNvPicPr>
          <p:nvPr/>
        </p:nvPicPr>
        <p:blipFill>
          <a:blip r:embed="rId2"/>
          <a:stretch>
            <a:fillRect/>
          </a:stretch>
        </p:blipFill>
        <p:spPr>
          <a:xfrm>
            <a:off x="5809860" y="838200"/>
            <a:ext cx="6304505" cy="5526349"/>
          </a:xfrm>
          <a:prstGeom prst="rect">
            <a:avLst/>
          </a:prstGeom>
        </p:spPr>
      </p:pic>
      <p:sp>
        <p:nvSpPr>
          <p:cNvPr id="3" name="Content Placeholder 9">
            <a:extLst>
              <a:ext uri="{FF2B5EF4-FFF2-40B4-BE49-F238E27FC236}">
                <a16:creationId xmlns:a16="http://schemas.microsoft.com/office/drawing/2014/main" id="{E263A3AD-CA0B-ED31-0DEF-3CC4F193A351}"/>
              </a:ext>
            </a:extLst>
          </p:cNvPr>
          <p:cNvSpPr txBox="1">
            <a:spLocks/>
          </p:cNvSpPr>
          <p:nvPr/>
        </p:nvSpPr>
        <p:spPr>
          <a:xfrm>
            <a:off x="7819043" y="6349177"/>
            <a:ext cx="2286138" cy="19703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8: Code for DoGaussianFiltration</a:t>
            </a:r>
            <a:endParaRPr lang="en-IL" sz="1100" dirty="0"/>
          </a:p>
        </p:txBody>
      </p:sp>
    </p:spTree>
    <p:extLst>
      <p:ext uri="{BB962C8B-B14F-4D97-AF65-F5344CB8AC3E}">
        <p14:creationId xmlns:p14="http://schemas.microsoft.com/office/powerpoint/2010/main" val="2838448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9144" y="203581"/>
            <a:ext cx="12162253"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807720"/>
            <a:ext cx="5331192" cy="177165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Blurring is achieved by convolving the image with a blur kernel, which redistributes pixel values to create a smoother appearance.</a:t>
            </a:r>
          </a:p>
          <a:p>
            <a:pPr fontAlgn="base"/>
            <a:r>
              <a:rPr lang="en-US" sz="1800" dirty="0"/>
              <a:t>Implementation involves sliding the kernel over the image and computing the weighted sum of neighboring pixels.</a:t>
            </a:r>
          </a:p>
        </p:txBody>
      </p:sp>
      <p:pic>
        <p:nvPicPr>
          <p:cNvPr id="6" name="תמונה 17">
            <a:extLst>
              <a:ext uri="{FF2B5EF4-FFF2-40B4-BE49-F238E27FC236}">
                <a16:creationId xmlns:a16="http://schemas.microsoft.com/office/drawing/2014/main" id="{C17912DE-0C18-2763-0A32-A5043B942955}"/>
              </a:ext>
            </a:extLst>
          </p:cNvPr>
          <p:cNvPicPr>
            <a:picLocks noChangeAspect="1"/>
          </p:cNvPicPr>
          <p:nvPr/>
        </p:nvPicPr>
        <p:blipFill>
          <a:blip r:embed="rId2"/>
          <a:stretch>
            <a:fillRect/>
          </a:stretch>
        </p:blipFill>
        <p:spPr>
          <a:xfrm>
            <a:off x="5538937" y="809626"/>
            <a:ext cx="6574155" cy="2742993"/>
          </a:xfrm>
          <a:prstGeom prst="rect">
            <a:avLst/>
          </a:prstGeom>
        </p:spPr>
      </p:pic>
      <p:pic>
        <p:nvPicPr>
          <p:cNvPr id="7" name="תמונה 19">
            <a:extLst>
              <a:ext uri="{FF2B5EF4-FFF2-40B4-BE49-F238E27FC236}">
                <a16:creationId xmlns:a16="http://schemas.microsoft.com/office/drawing/2014/main" id="{5517A5E8-4BD9-710D-431F-B6F2864E51E0}"/>
              </a:ext>
            </a:extLst>
          </p:cNvPr>
          <p:cNvPicPr>
            <a:picLocks noChangeAspect="1"/>
          </p:cNvPicPr>
          <p:nvPr/>
        </p:nvPicPr>
        <p:blipFill>
          <a:blip r:embed="rId3"/>
          <a:stretch>
            <a:fillRect/>
          </a:stretch>
        </p:blipFill>
        <p:spPr>
          <a:xfrm>
            <a:off x="5538936" y="3844925"/>
            <a:ext cx="6574155" cy="2740067"/>
          </a:xfrm>
          <a:prstGeom prst="rect">
            <a:avLst/>
          </a:prstGeom>
        </p:spPr>
      </p:pic>
      <p:sp>
        <p:nvSpPr>
          <p:cNvPr id="8" name="Content Placeholder 9">
            <a:extLst>
              <a:ext uri="{FF2B5EF4-FFF2-40B4-BE49-F238E27FC236}">
                <a16:creationId xmlns:a16="http://schemas.microsoft.com/office/drawing/2014/main" id="{2EEE3CD3-DF6F-A69E-B06D-D7660982E403}"/>
              </a:ext>
            </a:extLst>
          </p:cNvPr>
          <p:cNvSpPr txBox="1">
            <a:spLocks/>
          </p:cNvSpPr>
          <p:nvPr/>
        </p:nvSpPr>
        <p:spPr>
          <a:xfrm>
            <a:off x="158584" y="2659062"/>
            <a:ext cx="5331192" cy="416743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Fast Gaussian filter (1D Filter) with size=5 over the original Tim1.bmp image (Fig 9) by using convolution.</a:t>
            </a:r>
          </a:p>
          <a:p>
            <a:pPr fontAlgn="base"/>
            <a:r>
              <a:rPr lang="en-US" sz="1800" dirty="0"/>
              <a:t>Applying the Fast Gaussian filter, will result in the image being smoothed or blurred (Fig 10).</a:t>
            </a:r>
          </a:p>
          <a:p>
            <a:pPr fontAlgn="base"/>
            <a:r>
              <a:rPr lang="en-US" sz="1800" dirty="0"/>
              <a:t>There are two lines that are hardly readable and another two line that are unreadable.</a:t>
            </a:r>
          </a:p>
          <a:p>
            <a:pPr fontAlgn="base"/>
            <a:r>
              <a:rPr lang="en-US" sz="1800" dirty="0"/>
              <a:t>Applying a Gaussian LPF can result in the image appearing darker because it reduces overall contrast.</a:t>
            </a:r>
          </a:p>
          <a:p>
            <a:pPr fontAlgn="base"/>
            <a:r>
              <a:rPr lang="en-US" sz="1800" dirty="0"/>
              <a:t>The resulting image will feature a black frame of 2 pixels, as the convolution is exclusively applied to valid positions for the kernel. </a:t>
            </a:r>
          </a:p>
          <a:p>
            <a:pPr fontAlgn="base"/>
            <a:r>
              <a:rPr lang="en-US" sz="1800" dirty="0"/>
              <a:t>Half the size of the kernel will be removed from the image boundaries</a:t>
            </a:r>
          </a:p>
        </p:txBody>
      </p:sp>
      <p:sp>
        <p:nvSpPr>
          <p:cNvPr id="10" name="Content Placeholder 9">
            <a:extLst>
              <a:ext uri="{FF2B5EF4-FFF2-40B4-BE49-F238E27FC236}">
                <a16:creationId xmlns:a16="http://schemas.microsoft.com/office/drawing/2014/main" id="{3098115A-A906-7406-A689-1EDBF257AEC9}"/>
              </a:ext>
            </a:extLst>
          </p:cNvPr>
          <p:cNvSpPr txBox="1">
            <a:spLocks/>
          </p:cNvSpPr>
          <p:nvPr/>
        </p:nvSpPr>
        <p:spPr>
          <a:xfrm>
            <a:off x="7682944" y="3581214"/>
            <a:ext cx="2286138" cy="19703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9: Profilers of Tim1.bmp</a:t>
            </a:r>
            <a:endParaRPr lang="en-IL" sz="1100" dirty="0"/>
          </a:p>
        </p:txBody>
      </p:sp>
      <p:sp>
        <p:nvSpPr>
          <p:cNvPr id="11" name="Content Placeholder 9">
            <a:extLst>
              <a:ext uri="{FF2B5EF4-FFF2-40B4-BE49-F238E27FC236}">
                <a16:creationId xmlns:a16="http://schemas.microsoft.com/office/drawing/2014/main" id="{48495ED4-8DFD-95B3-0355-87F4958B5702}"/>
              </a:ext>
            </a:extLst>
          </p:cNvPr>
          <p:cNvSpPr txBox="1">
            <a:spLocks/>
          </p:cNvSpPr>
          <p:nvPr/>
        </p:nvSpPr>
        <p:spPr>
          <a:xfrm>
            <a:off x="7900528" y="6584992"/>
            <a:ext cx="2368147" cy="24150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10: Profilers of Tim1LPF5c.bmp</a:t>
            </a:r>
            <a:endParaRPr lang="en-IL" sz="1100" dirty="0"/>
          </a:p>
        </p:txBody>
      </p:sp>
    </p:spTree>
    <p:extLst>
      <p:ext uri="{BB962C8B-B14F-4D97-AF65-F5344CB8AC3E}">
        <p14:creationId xmlns:p14="http://schemas.microsoft.com/office/powerpoint/2010/main" val="258459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0" y="212725"/>
            <a:ext cx="12192000" cy="625475"/>
          </a:xfrm>
        </p:spPr>
        <p:txBody>
          <a:bodyPr vert="horz" lIns="91440" tIns="45720" rIns="91440" bIns="45720" rtlCol="0" anchor="ctr">
            <a:noAutofit/>
          </a:bodyPr>
          <a:lstStyle/>
          <a:p>
            <a:r>
              <a:rPr lang="en-US" sz="3600" b="1" dirty="0"/>
              <a:t>MP2.12. Blur Image By Using Fast Gaussian Filters and Convolution</a:t>
            </a:r>
            <a:endParaRPr lang="en-IL" sz="3600" b="1" dirty="0"/>
          </a:p>
        </p:txBody>
      </p:sp>
      <p:pic>
        <p:nvPicPr>
          <p:cNvPr id="6" name="תמונה 17">
            <a:extLst>
              <a:ext uri="{FF2B5EF4-FFF2-40B4-BE49-F238E27FC236}">
                <a16:creationId xmlns:a16="http://schemas.microsoft.com/office/drawing/2014/main" id="{C17912DE-0C18-2763-0A32-A5043B942955}"/>
              </a:ext>
            </a:extLst>
          </p:cNvPr>
          <p:cNvPicPr>
            <a:picLocks noChangeAspect="1"/>
          </p:cNvPicPr>
          <p:nvPr/>
        </p:nvPicPr>
        <p:blipFill>
          <a:blip r:embed="rId2"/>
          <a:stretch>
            <a:fillRect/>
          </a:stretch>
        </p:blipFill>
        <p:spPr>
          <a:xfrm>
            <a:off x="5381625" y="809626"/>
            <a:ext cx="6574155" cy="2742993"/>
          </a:xfrm>
          <a:prstGeom prst="rect">
            <a:avLst/>
          </a:prstGeom>
        </p:spPr>
      </p:pic>
      <p:sp>
        <p:nvSpPr>
          <p:cNvPr id="8" name="Content Placeholder 9">
            <a:extLst>
              <a:ext uri="{FF2B5EF4-FFF2-40B4-BE49-F238E27FC236}">
                <a16:creationId xmlns:a16="http://schemas.microsoft.com/office/drawing/2014/main" id="{2EEE3CD3-DF6F-A69E-B06D-D7660982E403}"/>
              </a:ext>
            </a:extLst>
          </p:cNvPr>
          <p:cNvSpPr txBox="1">
            <a:spLocks/>
          </p:cNvSpPr>
          <p:nvPr/>
        </p:nvSpPr>
        <p:spPr>
          <a:xfrm>
            <a:off x="77635" y="1013142"/>
            <a:ext cx="5145404" cy="520084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Fast Gaussian filter (1D Filter) with size=7 over the original Tim1.bmp image (Fig 11) by using convolution.</a:t>
            </a:r>
          </a:p>
          <a:p>
            <a:pPr fontAlgn="base"/>
            <a:r>
              <a:rPr lang="en-US" sz="1800" dirty="0"/>
              <a:t>Applying the Fast Gaussian filter, will result in the image being smoothed or blurred (Fig 12).</a:t>
            </a:r>
          </a:p>
          <a:p>
            <a:pPr fontAlgn="base"/>
            <a:r>
              <a:rPr lang="en-US" sz="1800" dirty="0"/>
              <a:t>There are two lines that are hardly readable and another two line that are unreadable.</a:t>
            </a:r>
          </a:p>
          <a:p>
            <a:pPr fontAlgn="base"/>
            <a:r>
              <a:rPr lang="en-US" sz="1800" dirty="0"/>
              <a:t>The resulting image will feature a black frame of 3 pixels, as the convolution is exclusively applied to valid positions for the kernel. </a:t>
            </a:r>
          </a:p>
          <a:p>
            <a:pPr fontAlgn="base"/>
            <a:r>
              <a:rPr lang="en-US" sz="1800" dirty="0"/>
              <a:t>Half the size of the kernel will be removed from the image boundaries</a:t>
            </a:r>
          </a:p>
          <a:p>
            <a:pPr fontAlgn="base"/>
            <a:r>
              <a:rPr lang="en-US" sz="1800" dirty="0"/>
              <a:t>The results are nearly identical when using Gaussian filters to smooth the data. </a:t>
            </a:r>
          </a:p>
          <a:p>
            <a:pPr fontAlgn="base"/>
            <a:r>
              <a:rPr lang="en-US" sz="1800" dirty="0"/>
              <a:t>The main difference in the 1D filters is the small additional weight at both ends, which is almost zero, as shown in Fig 5 and Fig 6.</a:t>
            </a:r>
          </a:p>
        </p:txBody>
      </p:sp>
      <p:sp>
        <p:nvSpPr>
          <p:cNvPr id="10" name="Content Placeholder 9">
            <a:extLst>
              <a:ext uri="{FF2B5EF4-FFF2-40B4-BE49-F238E27FC236}">
                <a16:creationId xmlns:a16="http://schemas.microsoft.com/office/drawing/2014/main" id="{3098115A-A906-7406-A689-1EDBF257AEC9}"/>
              </a:ext>
            </a:extLst>
          </p:cNvPr>
          <p:cNvSpPr txBox="1">
            <a:spLocks/>
          </p:cNvSpPr>
          <p:nvPr/>
        </p:nvSpPr>
        <p:spPr>
          <a:xfrm>
            <a:off x="7525632" y="3581214"/>
            <a:ext cx="2286138" cy="19703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11: Profilers of Tim1.bmp</a:t>
            </a:r>
            <a:endParaRPr lang="en-IL" sz="1100" dirty="0"/>
          </a:p>
        </p:txBody>
      </p:sp>
      <p:sp>
        <p:nvSpPr>
          <p:cNvPr id="11" name="Content Placeholder 9">
            <a:extLst>
              <a:ext uri="{FF2B5EF4-FFF2-40B4-BE49-F238E27FC236}">
                <a16:creationId xmlns:a16="http://schemas.microsoft.com/office/drawing/2014/main" id="{48495ED4-8DFD-95B3-0355-87F4958B5702}"/>
              </a:ext>
            </a:extLst>
          </p:cNvPr>
          <p:cNvSpPr txBox="1">
            <a:spLocks/>
          </p:cNvSpPr>
          <p:nvPr/>
        </p:nvSpPr>
        <p:spPr>
          <a:xfrm>
            <a:off x="7749540" y="6593247"/>
            <a:ext cx="2351790" cy="203406"/>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12: Profilers of Tim1LPF7c.bmp</a:t>
            </a:r>
            <a:endParaRPr lang="en-IL" sz="1100" dirty="0"/>
          </a:p>
        </p:txBody>
      </p:sp>
      <p:pic>
        <p:nvPicPr>
          <p:cNvPr id="3" name="תמונה 8">
            <a:extLst>
              <a:ext uri="{FF2B5EF4-FFF2-40B4-BE49-F238E27FC236}">
                <a16:creationId xmlns:a16="http://schemas.microsoft.com/office/drawing/2014/main" id="{41833B60-86BD-7232-2C05-534DC4CD6C12}"/>
              </a:ext>
            </a:extLst>
          </p:cNvPr>
          <p:cNvPicPr>
            <a:picLocks noChangeAspect="1"/>
          </p:cNvPicPr>
          <p:nvPr/>
        </p:nvPicPr>
        <p:blipFill>
          <a:blip r:embed="rId3"/>
          <a:stretch>
            <a:fillRect/>
          </a:stretch>
        </p:blipFill>
        <p:spPr>
          <a:xfrm>
            <a:off x="5381623" y="3818645"/>
            <a:ext cx="6574155" cy="2734205"/>
          </a:xfrm>
          <a:prstGeom prst="rect">
            <a:avLst/>
          </a:prstGeom>
        </p:spPr>
      </p:pic>
    </p:spTree>
    <p:extLst>
      <p:ext uri="{BB962C8B-B14F-4D97-AF65-F5344CB8AC3E}">
        <p14:creationId xmlns:p14="http://schemas.microsoft.com/office/powerpoint/2010/main" val="3633891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0296631" cy="625475"/>
          </a:xfrm>
        </p:spPr>
        <p:txBody>
          <a:bodyPr vert="horz" lIns="91440" tIns="45720" rIns="91440" bIns="45720" rtlCol="0" anchor="ctr">
            <a:noAutofit/>
          </a:bodyPr>
          <a:lstStyle/>
          <a:p>
            <a:r>
              <a:rPr lang="en-US" sz="3600" b="1" dirty="0"/>
              <a:t>MP2.13. Blur Image By Using FD Gaussian Filter and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937225"/>
            <a:ext cx="6042191" cy="454003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FFT for Blurring:</a:t>
            </a:r>
          </a:p>
          <a:p>
            <a:pPr lvl="1" fontAlgn="base"/>
            <a:r>
              <a:rPr lang="en-US" sz="1600" dirty="0"/>
              <a:t>The process begins by transforming the input image from the spatial domain to the frequency domain using FFT.</a:t>
            </a:r>
          </a:p>
          <a:p>
            <a:pPr lvl="1" fontAlgn="base"/>
            <a:r>
              <a:rPr lang="en-US" sz="1600" dirty="0"/>
              <a:t>Gaussian filters are applied in the frequency domain to attenuate high-frequency components, resulting in a blurred image.</a:t>
            </a:r>
          </a:p>
          <a:p>
            <a:pPr lvl="1" fontAlgn="base"/>
            <a:r>
              <a:rPr lang="en-US" sz="1600" dirty="0"/>
              <a:t>Convolution in the frequency domain is computationally efficient, reducing processing time compared to spatial domain operations.</a:t>
            </a:r>
            <a:endParaRPr lang="en-US" sz="1800" dirty="0"/>
          </a:p>
          <a:p>
            <a:pPr algn="l" fontAlgn="base"/>
            <a:r>
              <a:rPr lang="en-US" sz="1800" dirty="0"/>
              <a:t>We designed a Gaussian filter (Fig 13) to blur the image (</a:t>
            </a:r>
            <a:r>
              <a:rPr lang="en-US" sz="1800" dirty="0" err="1"/>
              <a:t>sigmaRadius</a:t>
            </a:r>
            <a:r>
              <a:rPr lang="en-US" sz="1800" dirty="0"/>
              <a:t> = 80).</a:t>
            </a:r>
          </a:p>
          <a:p>
            <a:pPr algn="l" fontAlgn="base"/>
            <a:r>
              <a:rPr lang="en-US" sz="1800" dirty="0"/>
              <a:t>The Gaussian filter in Frequency Domain (Fig 14): The Gaussian filter is a low-pass filter that attenuates high frequencies while preserving low frequencies.</a:t>
            </a:r>
          </a:p>
          <a:p>
            <a:pPr algn="l" fontAlgn="base"/>
            <a:r>
              <a:rPr lang="en-US" sz="1800" dirty="0"/>
              <a:t>In the frequency domain, it's represented as a Gaussian-shaped function (Fig 15).</a:t>
            </a:r>
          </a:p>
        </p:txBody>
      </p:sp>
      <p:sp>
        <p:nvSpPr>
          <p:cNvPr id="5" name="Content Placeholder 9">
            <a:extLst>
              <a:ext uri="{FF2B5EF4-FFF2-40B4-BE49-F238E27FC236}">
                <a16:creationId xmlns:a16="http://schemas.microsoft.com/office/drawing/2014/main" id="{39B37682-70EC-2254-5A8C-2736D94E9869}"/>
              </a:ext>
            </a:extLst>
          </p:cNvPr>
          <p:cNvSpPr txBox="1">
            <a:spLocks/>
          </p:cNvSpPr>
          <p:nvPr/>
        </p:nvSpPr>
        <p:spPr>
          <a:xfrm>
            <a:off x="6643631" y="6536343"/>
            <a:ext cx="1864454"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14: Gaussian Filter in FD</a:t>
            </a:r>
            <a:endParaRPr lang="en-IL" sz="1100" dirty="0"/>
          </a:p>
        </p:txBody>
      </p:sp>
      <p:pic>
        <p:nvPicPr>
          <p:cNvPr id="7" name="Picture 6">
            <a:extLst>
              <a:ext uri="{FF2B5EF4-FFF2-40B4-BE49-F238E27FC236}">
                <a16:creationId xmlns:a16="http://schemas.microsoft.com/office/drawing/2014/main" id="{09F3B571-F649-AFF3-551F-A68E790FF519}"/>
              </a:ext>
            </a:extLst>
          </p:cNvPr>
          <p:cNvPicPr>
            <a:picLocks noChangeAspect="1"/>
          </p:cNvPicPr>
          <p:nvPr/>
        </p:nvPicPr>
        <p:blipFill>
          <a:blip r:embed="rId2"/>
          <a:stretch>
            <a:fillRect/>
          </a:stretch>
        </p:blipFill>
        <p:spPr>
          <a:xfrm>
            <a:off x="8966106" y="5015730"/>
            <a:ext cx="3053244" cy="1491554"/>
          </a:xfrm>
          <a:prstGeom prst="rect">
            <a:avLst/>
          </a:prstGeom>
        </p:spPr>
      </p:pic>
      <p:sp>
        <p:nvSpPr>
          <p:cNvPr id="8" name="Content Placeholder 9">
            <a:extLst>
              <a:ext uri="{FF2B5EF4-FFF2-40B4-BE49-F238E27FC236}">
                <a16:creationId xmlns:a16="http://schemas.microsoft.com/office/drawing/2014/main" id="{302CABD1-F6EA-071F-D0D7-142A18B7AE05}"/>
              </a:ext>
            </a:extLst>
          </p:cNvPr>
          <p:cNvSpPr txBox="1">
            <a:spLocks/>
          </p:cNvSpPr>
          <p:nvPr/>
        </p:nvSpPr>
        <p:spPr>
          <a:xfrm>
            <a:off x="9269462" y="6536343"/>
            <a:ext cx="2446531"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15: Profilers of Gaussian Filter in FD</a:t>
            </a:r>
            <a:endParaRPr lang="en-IL" sz="1100" dirty="0"/>
          </a:p>
        </p:txBody>
      </p:sp>
      <p:sp>
        <p:nvSpPr>
          <p:cNvPr id="10" name="Content Placeholder 9">
            <a:extLst>
              <a:ext uri="{FF2B5EF4-FFF2-40B4-BE49-F238E27FC236}">
                <a16:creationId xmlns:a16="http://schemas.microsoft.com/office/drawing/2014/main" id="{DF8BD1EE-AE08-125A-7002-1211B69746C2}"/>
              </a:ext>
            </a:extLst>
          </p:cNvPr>
          <p:cNvSpPr txBox="1">
            <a:spLocks/>
          </p:cNvSpPr>
          <p:nvPr/>
        </p:nvSpPr>
        <p:spPr>
          <a:xfrm>
            <a:off x="7906867" y="4395694"/>
            <a:ext cx="2416376"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13: Code for creating gaussian filter</a:t>
            </a:r>
            <a:endParaRPr lang="en-IL" sz="1100" dirty="0"/>
          </a:p>
        </p:txBody>
      </p:sp>
      <p:pic>
        <p:nvPicPr>
          <p:cNvPr id="12" name="Picture 11" descr="A bright light in the dark&#10;&#10;Description automatically generated">
            <a:extLst>
              <a:ext uri="{FF2B5EF4-FFF2-40B4-BE49-F238E27FC236}">
                <a16:creationId xmlns:a16="http://schemas.microsoft.com/office/drawing/2014/main" id="{03019AC2-E1F2-DD99-86C7-FF859EA697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5457" y="4774166"/>
            <a:ext cx="2300802" cy="1725601"/>
          </a:xfrm>
          <a:prstGeom prst="rect">
            <a:avLst/>
          </a:prstGeom>
        </p:spPr>
      </p:pic>
      <p:pic>
        <p:nvPicPr>
          <p:cNvPr id="4" name="Picture 3">
            <a:extLst>
              <a:ext uri="{FF2B5EF4-FFF2-40B4-BE49-F238E27FC236}">
                <a16:creationId xmlns:a16="http://schemas.microsoft.com/office/drawing/2014/main" id="{E09F2D57-D5B9-CCF3-073B-BCD6DF42B6D8}"/>
              </a:ext>
            </a:extLst>
          </p:cNvPr>
          <p:cNvPicPr>
            <a:picLocks noChangeAspect="1"/>
          </p:cNvPicPr>
          <p:nvPr/>
        </p:nvPicPr>
        <p:blipFill>
          <a:blip r:embed="rId4"/>
          <a:stretch>
            <a:fillRect/>
          </a:stretch>
        </p:blipFill>
        <p:spPr>
          <a:xfrm>
            <a:off x="6678110" y="838200"/>
            <a:ext cx="4873890" cy="3535092"/>
          </a:xfrm>
          <a:prstGeom prst="rect">
            <a:avLst/>
          </a:prstGeom>
        </p:spPr>
      </p:pic>
    </p:spTree>
    <p:extLst>
      <p:ext uri="{BB962C8B-B14F-4D97-AF65-F5344CB8AC3E}">
        <p14:creationId xmlns:p14="http://schemas.microsoft.com/office/powerpoint/2010/main" val="824427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0296631" cy="625475"/>
          </a:xfrm>
        </p:spPr>
        <p:txBody>
          <a:bodyPr vert="horz" lIns="91440" tIns="45720" rIns="91440" bIns="45720" rtlCol="0" anchor="ctr">
            <a:noAutofit/>
          </a:bodyPr>
          <a:lstStyle/>
          <a:p>
            <a:r>
              <a:rPr lang="en-US" sz="3600" b="1" dirty="0"/>
              <a:t>MP2.13. Blur Image By Using FD Gaussian Filter and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952500"/>
            <a:ext cx="5426139" cy="533031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used the Gaussian filter in the frequency domain to blur an image by using </a:t>
            </a:r>
            <a:r>
              <a:rPr lang="en-US" sz="1800" dirty="0" err="1"/>
              <a:t>ApplyFFT</a:t>
            </a:r>
            <a:r>
              <a:rPr lang="en-US" sz="1800" dirty="0"/>
              <a:t> function (Fig 16).</a:t>
            </a:r>
          </a:p>
          <a:p>
            <a:pPr algn="l" fontAlgn="base"/>
            <a:r>
              <a:rPr lang="en-US" sz="1800" dirty="0"/>
              <a:t>After creating the Gaussian filter, we are shifting the Fourier-transformed image by half of its size. This is necessary because:</a:t>
            </a:r>
          </a:p>
          <a:p>
            <a:pPr lvl="1" fontAlgn="base"/>
            <a:r>
              <a:rPr lang="en-US" sz="1600" dirty="0"/>
              <a:t>After applying the FFT, low frequencies are located at the corners (top-left), while high frequencies are at the center.</a:t>
            </a:r>
          </a:p>
          <a:p>
            <a:pPr lvl="1" fontAlgn="base"/>
            <a:r>
              <a:rPr lang="en-US" sz="1600" dirty="0"/>
              <a:t>Shifting ensures that the low-frequency components, which represent the overall structure of the image, are centered for easier manipulation.</a:t>
            </a:r>
          </a:p>
          <a:p>
            <a:pPr algn="l" fontAlgn="base"/>
            <a:r>
              <a:rPr lang="en-US" sz="1800" dirty="0"/>
              <a:t>Then we transformed the Image to Frequency Domain: this is done using the Fast Fourier Transform (FFT).</a:t>
            </a:r>
          </a:p>
          <a:p>
            <a:pPr algn="l" fontAlgn="base"/>
            <a:r>
              <a:rPr lang="en-US" sz="1800" dirty="0"/>
              <a:t>We applied the Gaussian Filter in Frequency Domain: Multiply the Fourier transformed image by the Gaussian filter in the frequency domain.</a:t>
            </a:r>
          </a:p>
          <a:p>
            <a:pPr algn="l" fontAlgn="base"/>
            <a:r>
              <a:rPr lang="en-US" sz="1800" dirty="0"/>
              <a:t>At last, we transformed the filtered image back to the spatial domain using the inverse Fourier Transform.</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930686" y="4831277"/>
            <a:ext cx="1866451"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16: Code for applying FFT</a:t>
            </a:r>
            <a:endParaRPr lang="en-IL" sz="1100" dirty="0"/>
          </a:p>
        </p:txBody>
      </p:sp>
      <p:pic>
        <p:nvPicPr>
          <p:cNvPr id="4" name="Picture 3">
            <a:extLst>
              <a:ext uri="{FF2B5EF4-FFF2-40B4-BE49-F238E27FC236}">
                <a16:creationId xmlns:a16="http://schemas.microsoft.com/office/drawing/2014/main" id="{7EE6F846-4B0F-1B90-E089-5F6D734CCD97}"/>
              </a:ext>
            </a:extLst>
          </p:cNvPr>
          <p:cNvPicPr>
            <a:picLocks noChangeAspect="1"/>
          </p:cNvPicPr>
          <p:nvPr/>
        </p:nvPicPr>
        <p:blipFill>
          <a:blip r:embed="rId2"/>
          <a:stretch>
            <a:fillRect/>
          </a:stretch>
        </p:blipFill>
        <p:spPr>
          <a:xfrm>
            <a:off x="5757618" y="985684"/>
            <a:ext cx="6212589" cy="3845593"/>
          </a:xfrm>
          <a:prstGeom prst="rect">
            <a:avLst/>
          </a:prstGeom>
        </p:spPr>
      </p:pic>
    </p:spTree>
    <p:extLst>
      <p:ext uri="{BB962C8B-B14F-4D97-AF65-F5344CB8AC3E}">
        <p14:creationId xmlns:p14="http://schemas.microsoft.com/office/powerpoint/2010/main" val="2868605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0296631" cy="625475"/>
          </a:xfrm>
        </p:spPr>
        <p:txBody>
          <a:bodyPr vert="horz" lIns="91440" tIns="45720" rIns="91440" bIns="45720" rtlCol="0" anchor="ctr">
            <a:noAutofit/>
          </a:bodyPr>
          <a:lstStyle/>
          <a:p>
            <a:r>
              <a:rPr lang="en-US" sz="3600" b="1" dirty="0"/>
              <a:t>MP2.13. Blur Image By Using FD Gaussian Filter and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89634" y="1097029"/>
            <a:ext cx="5017265" cy="366475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FD Gaussian filter over the original Tim1.bmp image (Fig 17) by using convolution.</a:t>
            </a:r>
          </a:p>
          <a:p>
            <a:pPr fontAlgn="base"/>
            <a:r>
              <a:rPr lang="en-US" sz="1800" dirty="0"/>
              <a:t>Applying a Gaussian low-pass filter (LPF) in the frequency domain (FD) typically results in attenuating higher frequency components of the signal while preserving the lower frequency components. </a:t>
            </a:r>
          </a:p>
          <a:p>
            <a:pPr fontAlgn="base"/>
            <a:r>
              <a:rPr lang="en-US" sz="1800" dirty="0"/>
              <a:t>This smoothing effect helps reduce noise and sharp transitions in the signal, resulting in a smoother and more regular frequency spectrum (Fig 18).</a:t>
            </a:r>
          </a:p>
          <a:p>
            <a:pPr fontAlgn="base"/>
            <a:r>
              <a:rPr lang="en-US" sz="1800" dirty="0"/>
              <a:t>There are two lines that are hardly readable and another two line that are unreadable.</a:t>
            </a:r>
          </a:p>
        </p:txBody>
      </p:sp>
      <p:pic>
        <p:nvPicPr>
          <p:cNvPr id="5" name="תמונה 17">
            <a:extLst>
              <a:ext uri="{FF2B5EF4-FFF2-40B4-BE49-F238E27FC236}">
                <a16:creationId xmlns:a16="http://schemas.microsoft.com/office/drawing/2014/main" id="{CAD6077C-CE7F-BA6D-23F8-D6A350360D3A}"/>
              </a:ext>
            </a:extLst>
          </p:cNvPr>
          <p:cNvPicPr>
            <a:picLocks noChangeAspect="1"/>
          </p:cNvPicPr>
          <p:nvPr/>
        </p:nvPicPr>
        <p:blipFill>
          <a:blip r:embed="rId2"/>
          <a:stretch>
            <a:fillRect/>
          </a:stretch>
        </p:blipFill>
        <p:spPr>
          <a:xfrm>
            <a:off x="5545527" y="803730"/>
            <a:ext cx="6574155" cy="2742993"/>
          </a:xfrm>
          <a:prstGeom prst="rect">
            <a:avLst/>
          </a:prstGeom>
        </p:spPr>
      </p:pic>
      <p:sp>
        <p:nvSpPr>
          <p:cNvPr id="6" name="Content Placeholder 9">
            <a:extLst>
              <a:ext uri="{FF2B5EF4-FFF2-40B4-BE49-F238E27FC236}">
                <a16:creationId xmlns:a16="http://schemas.microsoft.com/office/drawing/2014/main" id="{5D41E3A2-6BDE-25E0-A4E0-7EE6693149CD}"/>
              </a:ext>
            </a:extLst>
          </p:cNvPr>
          <p:cNvSpPr txBox="1">
            <a:spLocks/>
          </p:cNvSpPr>
          <p:nvPr/>
        </p:nvSpPr>
        <p:spPr>
          <a:xfrm>
            <a:off x="7689534" y="3566692"/>
            <a:ext cx="2360240" cy="225630"/>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17: Profilers of Tim1.bmp</a:t>
            </a:r>
            <a:endParaRPr lang="en-IL" sz="1100" dirty="0"/>
          </a:p>
        </p:txBody>
      </p:sp>
      <p:pic>
        <p:nvPicPr>
          <p:cNvPr id="7" name="תמונה 12">
            <a:extLst>
              <a:ext uri="{FF2B5EF4-FFF2-40B4-BE49-F238E27FC236}">
                <a16:creationId xmlns:a16="http://schemas.microsoft.com/office/drawing/2014/main" id="{B063FA29-1FC2-F38D-BF06-1185CBE5FE1A}"/>
              </a:ext>
            </a:extLst>
          </p:cNvPr>
          <p:cNvPicPr>
            <a:picLocks noChangeAspect="1"/>
          </p:cNvPicPr>
          <p:nvPr/>
        </p:nvPicPr>
        <p:blipFill>
          <a:blip r:embed="rId3"/>
          <a:stretch>
            <a:fillRect/>
          </a:stretch>
        </p:blipFill>
        <p:spPr>
          <a:xfrm>
            <a:off x="5545527" y="3826826"/>
            <a:ext cx="6574155" cy="2726237"/>
          </a:xfrm>
          <a:prstGeom prst="rect">
            <a:avLst/>
          </a:prstGeom>
        </p:spPr>
      </p:pic>
      <p:sp>
        <p:nvSpPr>
          <p:cNvPr id="8" name="Content Placeholder 9">
            <a:extLst>
              <a:ext uri="{FF2B5EF4-FFF2-40B4-BE49-F238E27FC236}">
                <a16:creationId xmlns:a16="http://schemas.microsoft.com/office/drawing/2014/main" id="{FF060A5C-668B-6861-9083-4CBCDA44CCE1}"/>
              </a:ext>
            </a:extLst>
          </p:cNvPr>
          <p:cNvSpPr txBox="1">
            <a:spLocks/>
          </p:cNvSpPr>
          <p:nvPr/>
        </p:nvSpPr>
        <p:spPr>
          <a:xfrm>
            <a:off x="7511255" y="6587567"/>
            <a:ext cx="2716797" cy="225630"/>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18: Profilers of Tim1LPFf.bmp</a:t>
            </a:r>
            <a:endParaRPr lang="en-IL" sz="1100" dirty="0"/>
          </a:p>
        </p:txBody>
      </p:sp>
    </p:spTree>
    <p:extLst>
      <p:ext uri="{BB962C8B-B14F-4D97-AF65-F5344CB8AC3E}">
        <p14:creationId xmlns:p14="http://schemas.microsoft.com/office/powerpoint/2010/main" val="885221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MP2.14. Restore Blurred Images –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401246" y="880458"/>
            <a:ext cx="9885754" cy="2602208"/>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In our project, we aimed to sharpen blurry images using High Pass Filter (HPF) convolution.</a:t>
            </a:r>
          </a:p>
          <a:p>
            <a:pPr algn="l" fontAlgn="base"/>
            <a:r>
              <a:rPr lang="en-US" sz="1800" dirty="0"/>
              <a:t>Sharpening enhances image details and edges, making them more prominent.</a:t>
            </a:r>
          </a:p>
          <a:p>
            <a:pPr algn="l" fontAlgn="base"/>
            <a:r>
              <a:rPr lang="en-US" sz="1800" dirty="0"/>
              <a:t>It involves convolving the image with a sharpening kernel, which emphasizes high-contrast areas.</a:t>
            </a:r>
          </a:p>
          <a:p>
            <a:pPr algn="l" fontAlgn="base"/>
            <a:r>
              <a:rPr lang="en-US" sz="1800" dirty="0"/>
              <a:t>Our approach involved testing various HPF filters, including Filters 1 through 7 (Fig 19) and others.</a:t>
            </a:r>
          </a:p>
          <a:p>
            <a:pPr algn="l" fontAlgn="base"/>
            <a:r>
              <a:rPr lang="en-US" sz="1800" dirty="0"/>
              <a:t>After thorough experimentation, we opted to utilize Filter 6 and Filter 7 to attempt the restoration of the blurred figures.</a:t>
            </a:r>
            <a:br>
              <a:rPr lang="en-US" sz="1800" dirty="0"/>
            </a:br>
            <a:r>
              <a:rPr lang="en-US" sz="1800" dirty="0"/>
              <a:t>To distinguish the resulting images, we labeled them with the prefixes 'HPF1c' and 'HPF2c' respectively, indicating the specific filters applied.</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4975762" y="6286782"/>
            <a:ext cx="2240476" cy="228712"/>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19: Various filters were tested</a:t>
            </a:r>
            <a:endParaRPr lang="en-IL" sz="1100" dirty="0"/>
          </a:p>
        </p:txBody>
      </p:sp>
      <p:grpSp>
        <p:nvGrpSpPr>
          <p:cNvPr id="26" name="Group 25">
            <a:extLst>
              <a:ext uri="{FF2B5EF4-FFF2-40B4-BE49-F238E27FC236}">
                <a16:creationId xmlns:a16="http://schemas.microsoft.com/office/drawing/2014/main" id="{5014F501-B886-E0A5-AF74-65C4733DD6BB}"/>
              </a:ext>
            </a:extLst>
          </p:cNvPr>
          <p:cNvGrpSpPr/>
          <p:nvPr/>
        </p:nvGrpSpPr>
        <p:grpSpPr>
          <a:xfrm>
            <a:off x="460280" y="3725202"/>
            <a:ext cx="11047586" cy="2385822"/>
            <a:chOff x="319838" y="4131023"/>
            <a:chExt cx="11047586" cy="2385822"/>
          </a:xfrm>
        </p:grpSpPr>
        <p:pic>
          <p:nvPicPr>
            <p:cNvPr id="5" name="תמונה 13">
              <a:extLst>
                <a:ext uri="{FF2B5EF4-FFF2-40B4-BE49-F238E27FC236}">
                  <a16:creationId xmlns:a16="http://schemas.microsoft.com/office/drawing/2014/main" id="{5F80EAD7-D72A-EA03-F518-B422BFAF3D76}"/>
                </a:ext>
              </a:extLst>
            </p:cNvPr>
            <p:cNvPicPr>
              <a:picLocks noChangeAspect="1"/>
            </p:cNvPicPr>
            <p:nvPr/>
          </p:nvPicPr>
          <p:blipFill>
            <a:blip r:embed="rId2"/>
            <a:stretch>
              <a:fillRect/>
            </a:stretch>
          </p:blipFill>
          <p:spPr>
            <a:xfrm>
              <a:off x="1659143" y="5455070"/>
              <a:ext cx="2536825" cy="1061775"/>
            </a:xfrm>
            <a:prstGeom prst="rect">
              <a:avLst/>
            </a:prstGeom>
            <a:ln>
              <a:solidFill>
                <a:schemeClr val="tx1"/>
              </a:solidFill>
            </a:ln>
          </p:spPr>
        </p:pic>
        <p:pic>
          <p:nvPicPr>
            <p:cNvPr id="6" name="תמונה 14">
              <a:extLst>
                <a:ext uri="{FF2B5EF4-FFF2-40B4-BE49-F238E27FC236}">
                  <a16:creationId xmlns:a16="http://schemas.microsoft.com/office/drawing/2014/main" id="{8ED7A27B-3424-1CDD-5327-035D423E3232}"/>
                </a:ext>
              </a:extLst>
            </p:cNvPr>
            <p:cNvPicPr>
              <a:picLocks noChangeAspect="1"/>
            </p:cNvPicPr>
            <p:nvPr/>
          </p:nvPicPr>
          <p:blipFill>
            <a:blip r:embed="rId3"/>
            <a:stretch>
              <a:fillRect/>
            </a:stretch>
          </p:blipFill>
          <p:spPr>
            <a:xfrm>
              <a:off x="5566376" y="4143426"/>
              <a:ext cx="2076450" cy="561975"/>
            </a:xfrm>
            <a:prstGeom prst="rect">
              <a:avLst/>
            </a:prstGeom>
            <a:ln>
              <a:solidFill>
                <a:schemeClr val="tx1"/>
              </a:solidFill>
            </a:ln>
          </p:spPr>
        </p:pic>
        <p:pic>
          <p:nvPicPr>
            <p:cNvPr id="7" name="תמונה 16">
              <a:extLst>
                <a:ext uri="{FF2B5EF4-FFF2-40B4-BE49-F238E27FC236}">
                  <a16:creationId xmlns:a16="http://schemas.microsoft.com/office/drawing/2014/main" id="{AEDAD1BC-2A5B-62AD-EE33-7564C74982C7}"/>
                </a:ext>
              </a:extLst>
            </p:cNvPr>
            <p:cNvPicPr>
              <a:picLocks noChangeAspect="1"/>
            </p:cNvPicPr>
            <p:nvPr/>
          </p:nvPicPr>
          <p:blipFill>
            <a:blip r:embed="rId4"/>
            <a:stretch>
              <a:fillRect/>
            </a:stretch>
          </p:blipFill>
          <p:spPr>
            <a:xfrm>
              <a:off x="5578568" y="5829732"/>
              <a:ext cx="2076450" cy="561975"/>
            </a:xfrm>
            <a:prstGeom prst="rect">
              <a:avLst/>
            </a:prstGeom>
            <a:ln>
              <a:solidFill>
                <a:schemeClr val="tx1"/>
              </a:solidFill>
            </a:ln>
          </p:spPr>
        </p:pic>
        <p:pic>
          <p:nvPicPr>
            <p:cNvPr id="8" name="תמונה 17">
              <a:extLst>
                <a:ext uri="{FF2B5EF4-FFF2-40B4-BE49-F238E27FC236}">
                  <a16:creationId xmlns:a16="http://schemas.microsoft.com/office/drawing/2014/main" id="{696F6196-49E6-C8E8-425E-C39EC910551B}"/>
                </a:ext>
              </a:extLst>
            </p:cNvPr>
            <p:cNvPicPr>
              <a:picLocks noChangeAspect="1"/>
            </p:cNvPicPr>
            <p:nvPr/>
          </p:nvPicPr>
          <p:blipFill>
            <a:blip r:embed="rId5"/>
            <a:stretch>
              <a:fillRect/>
            </a:stretch>
          </p:blipFill>
          <p:spPr>
            <a:xfrm>
              <a:off x="5566376" y="4952124"/>
              <a:ext cx="2076450" cy="561975"/>
            </a:xfrm>
            <a:prstGeom prst="rect">
              <a:avLst/>
            </a:prstGeom>
            <a:ln>
              <a:solidFill>
                <a:schemeClr val="tx1"/>
              </a:solidFill>
            </a:ln>
          </p:spPr>
        </p:pic>
        <p:pic>
          <p:nvPicPr>
            <p:cNvPr id="10" name="תמונה 18">
              <a:extLst>
                <a:ext uri="{FF2B5EF4-FFF2-40B4-BE49-F238E27FC236}">
                  <a16:creationId xmlns:a16="http://schemas.microsoft.com/office/drawing/2014/main" id="{B7DDB41E-E202-04A8-E2A9-ED9834BC3741}"/>
                </a:ext>
              </a:extLst>
            </p:cNvPr>
            <p:cNvPicPr>
              <a:picLocks noChangeAspect="1"/>
            </p:cNvPicPr>
            <p:nvPr/>
          </p:nvPicPr>
          <p:blipFill>
            <a:blip r:embed="rId6"/>
            <a:stretch>
              <a:fillRect/>
            </a:stretch>
          </p:blipFill>
          <p:spPr>
            <a:xfrm>
              <a:off x="9290974" y="4131023"/>
              <a:ext cx="2076450" cy="561975"/>
            </a:xfrm>
            <a:prstGeom prst="rect">
              <a:avLst/>
            </a:prstGeom>
            <a:ln>
              <a:solidFill>
                <a:schemeClr val="tx1"/>
              </a:solidFill>
            </a:ln>
          </p:spPr>
        </p:pic>
        <p:sp>
          <p:nvSpPr>
            <p:cNvPr id="11" name="Content Placeholder 9">
              <a:extLst>
                <a:ext uri="{FF2B5EF4-FFF2-40B4-BE49-F238E27FC236}">
                  <a16:creationId xmlns:a16="http://schemas.microsoft.com/office/drawing/2014/main" id="{5A2BA637-3D73-0EF8-7BFF-B6868887C488}"/>
                </a:ext>
              </a:extLst>
            </p:cNvPr>
            <p:cNvSpPr txBox="1">
              <a:spLocks/>
            </p:cNvSpPr>
            <p:nvPr/>
          </p:nvSpPr>
          <p:spPr>
            <a:xfrm>
              <a:off x="435028" y="4528943"/>
              <a:ext cx="1192776"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1/25</a:t>
              </a:r>
              <a:endParaRPr lang="en-IL" sz="2000" dirty="0"/>
            </a:p>
          </p:txBody>
        </p:sp>
        <p:pic>
          <p:nvPicPr>
            <p:cNvPr id="12" name="תמונה 23">
              <a:extLst>
                <a:ext uri="{FF2B5EF4-FFF2-40B4-BE49-F238E27FC236}">
                  <a16:creationId xmlns:a16="http://schemas.microsoft.com/office/drawing/2014/main" id="{3C192987-A60E-CDD6-3CE5-8B45AD5AB97B}"/>
                </a:ext>
              </a:extLst>
            </p:cNvPr>
            <p:cNvPicPr>
              <a:picLocks noChangeAspect="1"/>
            </p:cNvPicPr>
            <p:nvPr/>
          </p:nvPicPr>
          <p:blipFill>
            <a:blip r:embed="rId7"/>
            <a:stretch>
              <a:fillRect/>
            </a:stretch>
          </p:blipFill>
          <p:spPr>
            <a:xfrm>
              <a:off x="1659143" y="4143426"/>
              <a:ext cx="2536825" cy="1061775"/>
            </a:xfrm>
            <a:prstGeom prst="rect">
              <a:avLst/>
            </a:prstGeom>
            <a:ln>
              <a:solidFill>
                <a:schemeClr val="tx1"/>
              </a:solidFill>
            </a:ln>
          </p:spPr>
        </p:pic>
        <p:sp>
          <p:nvSpPr>
            <p:cNvPr id="13" name="Content Placeholder 9">
              <a:extLst>
                <a:ext uri="{FF2B5EF4-FFF2-40B4-BE49-F238E27FC236}">
                  <a16:creationId xmlns:a16="http://schemas.microsoft.com/office/drawing/2014/main" id="{E257ED34-7E1D-8F3C-5A41-FE655BD0C96B}"/>
                </a:ext>
              </a:extLst>
            </p:cNvPr>
            <p:cNvSpPr txBox="1">
              <a:spLocks/>
            </p:cNvSpPr>
            <p:nvPr/>
          </p:nvSpPr>
          <p:spPr>
            <a:xfrm>
              <a:off x="319838" y="5829732"/>
              <a:ext cx="1307966" cy="270969"/>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1/256</a:t>
              </a:r>
              <a:endParaRPr lang="en-IL" sz="2000" dirty="0"/>
            </a:p>
          </p:txBody>
        </p:sp>
        <p:sp>
          <p:nvSpPr>
            <p:cNvPr id="14" name="Content Placeholder 9">
              <a:extLst>
                <a:ext uri="{FF2B5EF4-FFF2-40B4-BE49-F238E27FC236}">
                  <a16:creationId xmlns:a16="http://schemas.microsoft.com/office/drawing/2014/main" id="{C6050F4C-9A1E-A3DE-590F-24DD4EDACB52}"/>
                </a:ext>
              </a:extLst>
            </p:cNvPr>
            <p:cNvSpPr txBox="1">
              <a:spLocks/>
            </p:cNvSpPr>
            <p:nvPr/>
          </p:nvSpPr>
          <p:spPr>
            <a:xfrm>
              <a:off x="4555414" y="5225450"/>
              <a:ext cx="955063" cy="270969"/>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a:t>
              </a:r>
              <a:endParaRPr lang="en-IL" sz="2000" dirty="0"/>
            </a:p>
          </p:txBody>
        </p:sp>
        <p:sp>
          <p:nvSpPr>
            <p:cNvPr id="15" name="Content Placeholder 9">
              <a:extLst>
                <a:ext uri="{FF2B5EF4-FFF2-40B4-BE49-F238E27FC236}">
                  <a16:creationId xmlns:a16="http://schemas.microsoft.com/office/drawing/2014/main" id="{133E1CE4-FD72-8A69-C0F9-38B3600C8513}"/>
                </a:ext>
              </a:extLst>
            </p:cNvPr>
            <p:cNvSpPr txBox="1">
              <a:spLocks/>
            </p:cNvSpPr>
            <p:nvPr/>
          </p:nvSpPr>
          <p:spPr>
            <a:xfrm>
              <a:off x="4329237" y="6110719"/>
              <a:ext cx="1199555" cy="26955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1/16</a:t>
              </a:r>
              <a:endParaRPr lang="en-IL" sz="2000" dirty="0"/>
            </a:p>
          </p:txBody>
        </p:sp>
        <p:sp>
          <p:nvSpPr>
            <p:cNvPr id="16" name="Content Placeholder 9">
              <a:extLst>
                <a:ext uri="{FF2B5EF4-FFF2-40B4-BE49-F238E27FC236}">
                  <a16:creationId xmlns:a16="http://schemas.microsoft.com/office/drawing/2014/main" id="{64C48D5B-81F1-AAEB-5BA0-A8DB332C5136}"/>
                </a:ext>
              </a:extLst>
            </p:cNvPr>
            <p:cNvSpPr txBox="1">
              <a:spLocks/>
            </p:cNvSpPr>
            <p:nvPr/>
          </p:nvSpPr>
          <p:spPr>
            <a:xfrm>
              <a:off x="8199505" y="4432534"/>
              <a:ext cx="921378" cy="270969"/>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a:t>
              </a:r>
              <a:endParaRPr lang="en-IL" sz="2000" dirty="0"/>
            </a:p>
          </p:txBody>
        </p:sp>
        <p:sp>
          <p:nvSpPr>
            <p:cNvPr id="17" name="Content Placeholder 9">
              <a:extLst>
                <a:ext uri="{FF2B5EF4-FFF2-40B4-BE49-F238E27FC236}">
                  <a16:creationId xmlns:a16="http://schemas.microsoft.com/office/drawing/2014/main" id="{E6308D86-A41D-578D-F11D-CC0B204F3DCB}"/>
                </a:ext>
              </a:extLst>
            </p:cNvPr>
            <p:cNvSpPr txBox="1">
              <a:spLocks/>
            </p:cNvSpPr>
            <p:nvPr/>
          </p:nvSpPr>
          <p:spPr>
            <a:xfrm>
              <a:off x="678376" y="4218647"/>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1</a:t>
              </a:r>
              <a:endParaRPr lang="en-IL" sz="2000" dirty="0"/>
            </a:p>
          </p:txBody>
        </p:sp>
        <p:sp>
          <p:nvSpPr>
            <p:cNvPr id="18" name="Content Placeholder 9">
              <a:extLst>
                <a:ext uri="{FF2B5EF4-FFF2-40B4-BE49-F238E27FC236}">
                  <a16:creationId xmlns:a16="http://schemas.microsoft.com/office/drawing/2014/main" id="{4A572B64-8C21-ECCC-A14B-96570FBEFBCB}"/>
                </a:ext>
              </a:extLst>
            </p:cNvPr>
            <p:cNvSpPr txBox="1">
              <a:spLocks/>
            </p:cNvSpPr>
            <p:nvPr/>
          </p:nvSpPr>
          <p:spPr>
            <a:xfrm>
              <a:off x="678376" y="5518252"/>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2</a:t>
              </a:r>
              <a:endParaRPr lang="en-IL" sz="2000" dirty="0"/>
            </a:p>
          </p:txBody>
        </p:sp>
        <p:sp>
          <p:nvSpPr>
            <p:cNvPr id="19" name="Content Placeholder 9">
              <a:extLst>
                <a:ext uri="{FF2B5EF4-FFF2-40B4-BE49-F238E27FC236}">
                  <a16:creationId xmlns:a16="http://schemas.microsoft.com/office/drawing/2014/main" id="{6F5EE064-C422-E303-77E7-DDE92E2BC7B3}"/>
                </a:ext>
              </a:extLst>
            </p:cNvPr>
            <p:cNvSpPr txBox="1">
              <a:spLocks/>
            </p:cNvSpPr>
            <p:nvPr/>
          </p:nvSpPr>
          <p:spPr>
            <a:xfrm>
              <a:off x="4679883" y="4141043"/>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3</a:t>
              </a:r>
              <a:endParaRPr lang="en-IL" sz="2000" dirty="0"/>
            </a:p>
          </p:txBody>
        </p:sp>
        <p:sp>
          <p:nvSpPr>
            <p:cNvPr id="20" name="Content Placeholder 9">
              <a:extLst>
                <a:ext uri="{FF2B5EF4-FFF2-40B4-BE49-F238E27FC236}">
                  <a16:creationId xmlns:a16="http://schemas.microsoft.com/office/drawing/2014/main" id="{6F678B30-5038-656B-5101-F09D7D80F773}"/>
                </a:ext>
              </a:extLst>
            </p:cNvPr>
            <p:cNvSpPr txBox="1">
              <a:spLocks/>
            </p:cNvSpPr>
            <p:nvPr/>
          </p:nvSpPr>
          <p:spPr>
            <a:xfrm>
              <a:off x="4679905" y="4912400"/>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4</a:t>
              </a:r>
              <a:endParaRPr lang="en-IL" sz="2000" dirty="0"/>
            </a:p>
          </p:txBody>
        </p:sp>
        <p:sp>
          <p:nvSpPr>
            <p:cNvPr id="21" name="Content Placeholder 9">
              <a:extLst>
                <a:ext uri="{FF2B5EF4-FFF2-40B4-BE49-F238E27FC236}">
                  <a16:creationId xmlns:a16="http://schemas.microsoft.com/office/drawing/2014/main" id="{22571BF2-AF46-6E08-8EEA-4CBACB893597}"/>
                </a:ext>
              </a:extLst>
            </p:cNvPr>
            <p:cNvSpPr txBox="1">
              <a:spLocks/>
            </p:cNvSpPr>
            <p:nvPr/>
          </p:nvSpPr>
          <p:spPr>
            <a:xfrm>
              <a:off x="4575974" y="5814924"/>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5</a:t>
              </a:r>
              <a:endParaRPr lang="en-IL" sz="2000" dirty="0"/>
            </a:p>
          </p:txBody>
        </p:sp>
        <p:sp>
          <p:nvSpPr>
            <p:cNvPr id="22" name="Content Placeholder 9">
              <a:extLst>
                <a:ext uri="{FF2B5EF4-FFF2-40B4-BE49-F238E27FC236}">
                  <a16:creationId xmlns:a16="http://schemas.microsoft.com/office/drawing/2014/main" id="{621AE0F4-1F63-DFA9-D4C6-68A8D846A821}"/>
                </a:ext>
              </a:extLst>
            </p:cNvPr>
            <p:cNvSpPr txBox="1">
              <a:spLocks/>
            </p:cNvSpPr>
            <p:nvPr/>
          </p:nvSpPr>
          <p:spPr>
            <a:xfrm>
              <a:off x="8307154" y="4138356"/>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6</a:t>
              </a:r>
              <a:endParaRPr lang="en-IL" sz="2000" dirty="0"/>
            </a:p>
          </p:txBody>
        </p:sp>
        <p:pic>
          <p:nvPicPr>
            <p:cNvPr id="23" name="תמונה 20">
              <a:extLst>
                <a:ext uri="{FF2B5EF4-FFF2-40B4-BE49-F238E27FC236}">
                  <a16:creationId xmlns:a16="http://schemas.microsoft.com/office/drawing/2014/main" id="{B61A341D-D5BD-BEE9-1B1B-175C6A774B76}"/>
                </a:ext>
              </a:extLst>
            </p:cNvPr>
            <p:cNvPicPr>
              <a:picLocks noChangeAspect="1"/>
            </p:cNvPicPr>
            <p:nvPr/>
          </p:nvPicPr>
          <p:blipFill>
            <a:blip r:embed="rId8"/>
            <a:stretch>
              <a:fillRect/>
            </a:stretch>
          </p:blipFill>
          <p:spPr>
            <a:xfrm>
              <a:off x="9290974" y="5267757"/>
              <a:ext cx="2076450" cy="561975"/>
            </a:xfrm>
            <a:prstGeom prst="rect">
              <a:avLst/>
            </a:prstGeom>
            <a:ln>
              <a:solidFill>
                <a:schemeClr val="tx1"/>
              </a:solidFill>
            </a:ln>
          </p:spPr>
        </p:pic>
        <p:sp>
          <p:nvSpPr>
            <p:cNvPr id="24" name="Content Placeholder 9">
              <a:extLst>
                <a:ext uri="{FF2B5EF4-FFF2-40B4-BE49-F238E27FC236}">
                  <a16:creationId xmlns:a16="http://schemas.microsoft.com/office/drawing/2014/main" id="{4728930B-E023-6FB8-AEE3-C359B8823692}"/>
                </a:ext>
              </a:extLst>
            </p:cNvPr>
            <p:cNvSpPr txBox="1">
              <a:spLocks/>
            </p:cNvSpPr>
            <p:nvPr/>
          </p:nvSpPr>
          <p:spPr>
            <a:xfrm>
              <a:off x="8064614" y="5574003"/>
              <a:ext cx="1156070" cy="270969"/>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1/16</a:t>
              </a:r>
              <a:endParaRPr lang="en-IL" sz="2000" dirty="0"/>
            </a:p>
          </p:txBody>
        </p:sp>
        <p:sp>
          <p:nvSpPr>
            <p:cNvPr id="25" name="Content Placeholder 9">
              <a:extLst>
                <a:ext uri="{FF2B5EF4-FFF2-40B4-BE49-F238E27FC236}">
                  <a16:creationId xmlns:a16="http://schemas.microsoft.com/office/drawing/2014/main" id="{20432B99-3437-FCF8-F568-68D1CEDBC00C}"/>
                </a:ext>
              </a:extLst>
            </p:cNvPr>
            <p:cNvSpPr txBox="1">
              <a:spLocks/>
            </p:cNvSpPr>
            <p:nvPr/>
          </p:nvSpPr>
          <p:spPr>
            <a:xfrm>
              <a:off x="8307154" y="5277776"/>
              <a:ext cx="706080" cy="270968"/>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Filter 7</a:t>
              </a:r>
              <a:endParaRPr lang="en-IL" sz="2000" dirty="0"/>
            </a:p>
          </p:txBody>
        </p:sp>
        <p:sp>
          <p:nvSpPr>
            <p:cNvPr id="27" name="Content Placeholder 9">
              <a:extLst>
                <a:ext uri="{FF2B5EF4-FFF2-40B4-BE49-F238E27FC236}">
                  <a16:creationId xmlns:a16="http://schemas.microsoft.com/office/drawing/2014/main" id="{59503BA6-80EB-A67F-D880-3CFFFD97C8BE}"/>
                </a:ext>
              </a:extLst>
            </p:cNvPr>
            <p:cNvSpPr txBox="1">
              <a:spLocks/>
            </p:cNvSpPr>
            <p:nvPr/>
          </p:nvSpPr>
          <p:spPr>
            <a:xfrm>
              <a:off x="4555392" y="4432534"/>
              <a:ext cx="955063" cy="270969"/>
            </a:xfrm>
            <a:prstGeom prst="rect">
              <a:avLst/>
            </a:prstGeom>
            <a:solidFill>
              <a:schemeClr val="bg1"/>
            </a:solidFill>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Factor = 1</a:t>
              </a:r>
              <a:endParaRPr lang="en-IL" sz="2000" dirty="0"/>
            </a:p>
          </p:txBody>
        </p:sp>
      </p:grpSp>
    </p:spTree>
    <p:extLst>
      <p:ext uri="{BB962C8B-B14F-4D97-AF65-F5344CB8AC3E}">
        <p14:creationId xmlns:p14="http://schemas.microsoft.com/office/powerpoint/2010/main" val="2828906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MP2.14. Restore Blurred Images – Convolution – HPF1c</a:t>
            </a:r>
            <a:endParaRPr lang="en-IL" sz="3600" b="1" dirty="0"/>
          </a:p>
        </p:txBody>
      </p:sp>
      <p:sp>
        <p:nvSpPr>
          <p:cNvPr id="27" name="Content Placeholder 9">
            <a:extLst>
              <a:ext uri="{FF2B5EF4-FFF2-40B4-BE49-F238E27FC236}">
                <a16:creationId xmlns:a16="http://schemas.microsoft.com/office/drawing/2014/main" id="{C57DDD37-50DE-6020-E4E7-F6B64148A383}"/>
              </a:ext>
            </a:extLst>
          </p:cNvPr>
          <p:cNvSpPr txBox="1">
            <a:spLocks/>
          </p:cNvSpPr>
          <p:nvPr/>
        </p:nvSpPr>
        <p:spPr>
          <a:xfrm>
            <a:off x="312756" y="1078205"/>
            <a:ext cx="3462832" cy="114388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Filter HPF1c operates as a high-pass filter, achieved by subtracting the identity kernel and a low-pass filter.</a:t>
            </a:r>
          </a:p>
        </p:txBody>
      </p:sp>
      <mc:AlternateContent xmlns:mc="http://schemas.openxmlformats.org/markup-compatibility/2006" xmlns:a14="http://schemas.microsoft.com/office/drawing/2010/main">
        <mc:Choice Requires="a14">
          <p:sp>
            <p:nvSpPr>
              <p:cNvPr id="28" name="Content Placeholder 9">
                <a:extLst>
                  <a:ext uri="{FF2B5EF4-FFF2-40B4-BE49-F238E27FC236}">
                    <a16:creationId xmlns:a16="http://schemas.microsoft.com/office/drawing/2014/main" id="{226B4BB7-B7E8-1C68-C2DA-AEBB9E1D6332}"/>
                  </a:ext>
                </a:extLst>
              </p:cNvPr>
              <p:cNvSpPr txBox="1">
                <a:spLocks/>
              </p:cNvSpPr>
              <p:nvPr/>
            </p:nvSpPr>
            <p:spPr>
              <a:xfrm>
                <a:off x="4031226" y="1078203"/>
                <a:ext cx="8042786" cy="179657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eaLnBrk="1" latinLnBrk="0" hangingPunct="1">
                  <a:spcBef>
                    <a:spcPts val="0"/>
                  </a:spcBef>
                  <a:spcAft>
                    <a:spcPts val="0"/>
                  </a:spcAft>
                  <a:buNone/>
                </a:pPr>
                <a:r>
                  <a:rPr lang="en-US" sz="1800" kern="1200" dirty="0">
                    <a:solidFill>
                      <a:srgbClr val="000000"/>
                    </a:solidFill>
                    <a:effectLst/>
                    <a:ea typeface="+mn-ea"/>
                    <a:cs typeface="+mn-cs"/>
                  </a:rPr>
                  <a:t>HPF1c Design:	</a:t>
                </a:r>
                <a14:m>
                  <m:oMath xmlns:m="http://schemas.openxmlformats.org/officeDocument/2006/math">
                    <m:r>
                      <m:rPr>
                        <m:nor/>
                      </m:rPr>
                      <a:rPr lang="en-US" sz="1800" kern="1200" smtClean="0">
                        <a:solidFill>
                          <a:srgbClr val="000000"/>
                        </a:solidFill>
                        <a:effectLst/>
                        <a:latin typeface="Calibri" panose="020F0502020204030204" pitchFamily="34" charset="0"/>
                        <a:ea typeface="+mn-ea"/>
                        <a:cs typeface="+mn-cs"/>
                      </a:rPr>
                      <m:t>9</m:t>
                    </m:r>
                    <m:r>
                      <m:rPr>
                        <m:nor/>
                      </m:rPr>
                      <a:rPr lang="en-US" sz="1800" kern="1200" smtClean="0">
                        <a:solidFill>
                          <a:srgbClr val="000000"/>
                        </a:solidFill>
                        <a:effectLst/>
                        <a:latin typeface="Calibri" panose="020F0502020204030204" pitchFamily="34" charset="0"/>
                        <a:ea typeface="+mn-ea"/>
                        <a:cs typeface="+mn-cs"/>
                      </a:rPr>
                      <m:t>∗</m:t>
                    </m:r>
                    <m:d>
                      <m:dPr>
                        <m:ctrlPr>
                          <a:rPr lang="en-US" sz="1800" i="1" kern="1200">
                            <a:solidFill>
                              <a:srgbClr val="000000"/>
                            </a:solidFill>
                            <a:effectLst/>
                            <a:latin typeface="Cambria Math" panose="02040503050406030204" pitchFamily="18" charset="0"/>
                            <a:ea typeface="+mn-ea"/>
                            <a:cs typeface="+mn-cs"/>
                          </a:rPr>
                        </m:ctrlPr>
                      </m:dPr>
                      <m:e>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m:rPr>
                                      <m:brk m:alnAt="7"/>
                                    </m:rPr>
                                    <a:rPr lang="en-US" sz="1800" i="1" kern="1200">
                                      <a:solidFill>
                                        <a:srgbClr val="000000"/>
                                      </a:solidFill>
                                      <a:effectLst/>
                                      <a:latin typeface="Cambria Math" panose="02040503050406030204" pitchFamily="18" charset="0"/>
                                      <a:ea typeface="+mn-ea"/>
                                      <a:cs typeface="+mn-cs"/>
                                    </a:rPr>
                                    <m:t>0</m:t>
                                  </m:r>
                                </m:e>
                                <m:e>
                                  <m:r>
                                    <a:rPr lang="en-US" sz="1800" i="1" kern="1200">
                                      <a:solidFill>
                                        <a:srgbClr val="000000"/>
                                      </a:solidFill>
                                      <a:effectLst/>
                                      <a:latin typeface="Cambria Math" panose="02040503050406030204" pitchFamily="18" charset="0"/>
                                      <a:ea typeface="+mn-ea"/>
                                      <a:cs typeface="+mn-cs"/>
                                    </a:rPr>
                                    <m:t>0</m:t>
                                  </m:r>
                                </m:e>
                                <m:e>
                                  <m:r>
                                    <a:rPr lang="en-US" sz="1800" i="1" kern="1200">
                                      <a:solidFill>
                                        <a:srgbClr val="000000"/>
                                      </a:solidFill>
                                      <a:effectLst/>
                                      <a:latin typeface="Cambria Math" panose="02040503050406030204" pitchFamily="18" charset="0"/>
                                      <a:ea typeface="+mn-ea"/>
                                      <a:cs typeface="+mn-cs"/>
                                    </a:rPr>
                                    <m:t>0</m:t>
                                  </m:r>
                                </m:e>
                              </m:mr>
                              <m:mr>
                                <m:e>
                                  <m:r>
                                    <a:rPr lang="en-US" sz="1800" i="1" kern="1200">
                                      <a:solidFill>
                                        <a:srgbClr val="000000"/>
                                      </a:solidFill>
                                      <a:effectLst/>
                                      <a:latin typeface="Cambria Math" panose="02040503050406030204" pitchFamily="18" charset="0"/>
                                      <a:ea typeface="+mn-ea"/>
                                      <a:cs typeface="+mn-cs"/>
                                    </a:rPr>
                                    <m:t>0</m:t>
                                  </m:r>
                                </m:e>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0</m:t>
                                  </m:r>
                                </m:e>
                              </m:mr>
                              <m:mr>
                                <m:e>
                                  <m:r>
                                    <a:rPr lang="en-US" sz="1800" i="1" kern="1200">
                                      <a:solidFill>
                                        <a:srgbClr val="000000"/>
                                      </a:solidFill>
                                      <a:effectLst/>
                                      <a:latin typeface="Cambria Math" panose="02040503050406030204" pitchFamily="18" charset="0"/>
                                      <a:ea typeface="+mn-ea"/>
                                      <a:cs typeface="+mn-cs"/>
                                    </a:rPr>
                                    <m:t>0</m:t>
                                  </m:r>
                                </m:e>
                                <m:e>
                                  <m:r>
                                    <a:rPr lang="en-US" sz="1800" i="1" kern="1200">
                                      <a:solidFill>
                                        <a:srgbClr val="000000"/>
                                      </a:solidFill>
                                      <a:effectLst/>
                                      <a:latin typeface="Cambria Math" panose="02040503050406030204" pitchFamily="18" charset="0"/>
                                      <a:ea typeface="+mn-ea"/>
                                      <a:cs typeface="+mn-cs"/>
                                    </a:rPr>
                                    <m:t>0</m:t>
                                  </m:r>
                                </m:e>
                                <m:e>
                                  <m:r>
                                    <a:rPr lang="en-US" sz="1800" i="1" kern="1200">
                                      <a:solidFill>
                                        <a:srgbClr val="000000"/>
                                      </a:solidFill>
                                      <a:effectLst/>
                                      <a:latin typeface="Cambria Math" panose="02040503050406030204" pitchFamily="18" charset="0"/>
                                      <a:ea typeface="+mn-ea"/>
                                      <a:cs typeface="+mn-cs"/>
                                    </a:rPr>
                                    <m:t>0</m:t>
                                  </m:r>
                                </m:e>
                              </m:mr>
                            </m:m>
                          </m:e>
                        </m:d>
                        <m:r>
                          <a:rPr lang="en-US" sz="1800" i="1" kern="1200">
                            <a:solidFill>
                              <a:srgbClr val="000000"/>
                            </a:solidFill>
                            <a:effectLst/>
                            <a:latin typeface="Cambria Math" panose="02040503050406030204" pitchFamily="18" charset="0"/>
                            <a:ea typeface="+mn-ea"/>
                            <a:cs typeface="+mn-cs"/>
                          </a:rPr>
                          <m:t>−</m:t>
                        </m:r>
                        <m:f>
                          <m:fPr>
                            <m:ctrlPr>
                              <a:rPr lang="en-US" sz="1800" i="1" kern="1200">
                                <a:solidFill>
                                  <a:srgbClr val="000000"/>
                                </a:solidFill>
                                <a:effectLst/>
                                <a:latin typeface="Cambria Math" panose="02040503050406030204" pitchFamily="18" charset="0"/>
                                <a:ea typeface="+mn-ea"/>
                                <a:cs typeface="+mn-cs"/>
                              </a:rPr>
                            </m:ctrlPr>
                          </m:fPr>
                          <m:num>
                            <m:r>
                              <a:rPr lang="en-US" sz="1800" i="1" kern="1200">
                                <a:solidFill>
                                  <a:srgbClr val="000000"/>
                                </a:solidFill>
                                <a:effectLst/>
                                <a:latin typeface="Cambria Math" panose="02040503050406030204" pitchFamily="18" charset="0"/>
                                <a:ea typeface="+mn-ea"/>
                                <a:cs typeface="+mn-cs"/>
                              </a:rPr>
                              <m:t>1</m:t>
                            </m:r>
                          </m:num>
                          <m:den>
                            <m:r>
                              <a:rPr lang="en-US" sz="1800" i="1" kern="1200">
                                <a:solidFill>
                                  <a:srgbClr val="000000"/>
                                </a:solidFill>
                                <a:effectLst/>
                                <a:latin typeface="Cambria Math" panose="02040503050406030204" pitchFamily="18" charset="0"/>
                                <a:ea typeface="+mn-ea"/>
                                <a:cs typeface="+mn-cs"/>
                              </a:rPr>
                              <m:t>9</m:t>
                            </m:r>
                          </m:den>
                        </m:f>
                        <m:r>
                          <a:rPr lang="en-US" sz="1800" i="1" kern="1200">
                            <a:solidFill>
                              <a:srgbClr val="000000"/>
                            </a:solidFill>
                            <a:effectLst/>
                            <a:latin typeface="Cambria Math" panose="02040503050406030204" pitchFamily="18" charset="0"/>
                            <a:ea typeface="+mn-ea"/>
                            <a:cs typeface="+mn-cs"/>
                          </a:rPr>
                          <m:t>∗</m:t>
                        </m:r>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m:rPr>
                                      <m:brk m:alnAt="7"/>
                                    </m:rP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1</m:t>
                                  </m:r>
                                </m:e>
                              </m:mr>
                            </m:m>
                          </m:e>
                        </m:d>
                      </m:e>
                    </m:d>
                    <m:r>
                      <a:rPr lang="en-US" sz="1800" b="0" i="1" kern="1200">
                        <a:solidFill>
                          <a:srgbClr val="000000"/>
                        </a:solidFill>
                        <a:effectLst/>
                        <a:latin typeface="Cambria Math" panose="02040503050406030204" pitchFamily="18" charset="0"/>
                        <a:ea typeface="+mn-ea"/>
                        <a:cs typeface="+mn-cs"/>
                      </a:rPr>
                      <m:t>=</m:t>
                    </m:r>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mr>
                          <m:mr>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8</m:t>
                              </m:r>
                            </m:e>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mr>
                          <m:mr>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1</m:t>
                              </m:r>
                            </m:e>
                          </m:mr>
                        </m:m>
                      </m:e>
                    </m:d>
                    <m:r>
                      <a:rPr lang="en-US" sz="1800" b="0" i="1" kern="1200">
                        <a:solidFill>
                          <a:srgbClr val="000000"/>
                        </a:solidFill>
                        <a:effectLst/>
                        <a:latin typeface="Cambria Math" panose="02040503050406030204" pitchFamily="18" charset="0"/>
                        <a:ea typeface="+mn-ea"/>
                        <a:cs typeface="+mn-cs"/>
                      </a:rPr>
                      <m:t>⇒ </m:t>
                    </m:r>
                  </m:oMath>
                </a14:m>
                <a:endParaRPr lang="en-US" sz="1800" b="0" i="1" kern="1200" dirty="0">
                  <a:solidFill>
                    <a:srgbClr val="000000"/>
                  </a:solidFill>
                  <a:effectLst/>
                  <a:latin typeface="Cambria Math" panose="02040503050406030204" pitchFamily="18" charset="0"/>
                  <a:ea typeface="+mn-ea"/>
                  <a:cs typeface="+mn-cs"/>
                </a:endParaRPr>
              </a:p>
              <a:p>
                <a:pPr marL="0" indent="0" algn="l" rtl="0" eaLnBrk="1" latinLnBrk="0" hangingPunct="1">
                  <a:spcBef>
                    <a:spcPts val="0"/>
                  </a:spcBef>
                  <a:spcAft>
                    <a:spcPts val="0"/>
                  </a:spcAft>
                  <a:buNone/>
                </a:pPr>
                <a:endParaRPr lang="en-US" sz="1800" b="0" i="1" kern="1200" dirty="0">
                  <a:solidFill>
                    <a:srgbClr val="000000"/>
                  </a:solidFill>
                  <a:effectLst/>
                  <a:latin typeface="Cambria Math" panose="02040503050406030204" pitchFamily="18" charset="0"/>
                  <a:ea typeface="+mn-ea"/>
                  <a:cs typeface="+mn-cs"/>
                </a:endParaRPr>
              </a:p>
              <a:p>
                <a:pPr marL="0" indent="0" algn="l" rtl="0" eaLnBrk="1" latinLnBrk="0" hangingPunct="1">
                  <a:spcBef>
                    <a:spcPts val="0"/>
                  </a:spcBef>
                  <a:spcAft>
                    <a:spcPts val="0"/>
                  </a:spcAft>
                  <a:buNone/>
                </a:pPr>
                <a:r>
                  <a:rPr lang="en-US" sz="1800" b="0" kern="1200" dirty="0">
                    <a:solidFill>
                      <a:srgbClr val="000000"/>
                    </a:solidFill>
                    <a:effectLst/>
                    <a:ea typeface="+mn-ea"/>
                    <a:cs typeface="+mn-cs"/>
                  </a:rPr>
                  <a:t>	</a:t>
                </a:r>
                <a14:m>
                  <m:oMath xmlns:m="http://schemas.openxmlformats.org/officeDocument/2006/math">
                    <m:r>
                      <a:rPr lang="en-US" sz="1800" b="0" i="1" kern="1200">
                        <a:solidFill>
                          <a:srgbClr val="000000"/>
                        </a:solidFill>
                        <a:effectLst/>
                        <a:latin typeface="Cambria Math" panose="02040503050406030204" pitchFamily="18" charset="0"/>
                        <a:ea typeface="+mn-ea"/>
                        <a:cs typeface="+mn-cs"/>
                      </a:rPr>
                      <m:t>⇒</m:t>
                    </m:r>
                  </m:oMath>
                </a14:m>
                <a:r>
                  <a:rPr lang="en-US" sz="1800" kern="1200" dirty="0">
                    <a:solidFill>
                      <a:srgbClr val="000000"/>
                    </a:solidFill>
                    <a:effectLst/>
                    <a:latin typeface="Calibri" panose="020F0502020204030204" pitchFamily="34" charset="0"/>
                    <a:ea typeface="+mn-ea"/>
                    <a:cs typeface="+mn-cs"/>
                  </a:rPr>
                  <a:t> </a:t>
                </a:r>
                <a14:m>
                  <m:oMath xmlns:m="http://schemas.openxmlformats.org/officeDocument/2006/math">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8</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
                      </m:e>
                    </m:d>
                  </m:oMath>
                </a14:m>
                <a:r>
                  <a:rPr lang="en-US" sz="1800" kern="1200" dirty="0">
                    <a:solidFill>
                      <a:srgbClr val="000000"/>
                    </a:solidFill>
                    <a:effectLst/>
                    <a:latin typeface="Calibri" panose="020F0502020204030204" pitchFamily="34" charset="0"/>
                    <a:ea typeface="+mn-ea"/>
                    <a:cs typeface="+mn-cs"/>
                  </a:rPr>
                  <a:t>+ </a:t>
                </a:r>
                <a14:m>
                  <m:oMath xmlns:m="http://schemas.openxmlformats.org/officeDocument/2006/math">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m:rPr>
                                  <m:brk m:alnAt="7"/>
                                </m:rPr>
                                <a:rPr lang="en-US" sz="1800" b="0" i="1" kern="1200">
                                  <a:solidFill>
                                    <a:srgbClr val="000000"/>
                                  </a:solidFill>
                                  <a:effectLst/>
                                  <a:latin typeface="Cambria Math" panose="02040503050406030204" pitchFamily="18" charset="0"/>
                                  <a:ea typeface="+mn-ea"/>
                                  <a:cs typeface="+mn-cs"/>
                                </a:rPr>
                                <m:t>0</m:t>
                              </m:r>
                            </m:e>
                            <m:e>
                              <m:r>
                                <a:rPr lang="en-US" sz="1800" b="0" i="1" kern="1200">
                                  <a:solidFill>
                                    <a:srgbClr val="000000"/>
                                  </a:solidFill>
                                  <a:effectLst/>
                                  <a:latin typeface="Cambria Math" panose="02040503050406030204" pitchFamily="18" charset="0"/>
                                  <a:ea typeface="+mn-ea"/>
                                  <a:cs typeface="+mn-cs"/>
                                </a:rPr>
                                <m:t>0</m:t>
                              </m:r>
                            </m:e>
                            <m:e>
                              <m:r>
                                <a:rPr lang="en-US" sz="1800" b="0" i="1" kern="1200">
                                  <a:solidFill>
                                    <a:srgbClr val="000000"/>
                                  </a:solidFill>
                                  <a:effectLst/>
                                  <a:latin typeface="Cambria Math" panose="02040503050406030204" pitchFamily="18" charset="0"/>
                                  <a:ea typeface="+mn-ea"/>
                                  <a:cs typeface="+mn-cs"/>
                                </a:rPr>
                                <m:t>0</m:t>
                              </m:r>
                            </m:e>
                          </m:mr>
                          <m:mr>
                            <m:e>
                              <m:r>
                                <a:rPr lang="en-US" sz="1800" b="0" i="1" kern="1200">
                                  <a:solidFill>
                                    <a:srgbClr val="000000"/>
                                  </a:solidFill>
                                  <a:effectLst/>
                                  <a:latin typeface="Cambria Math" panose="02040503050406030204" pitchFamily="18" charset="0"/>
                                  <a:ea typeface="+mn-ea"/>
                                  <a:cs typeface="+mn-cs"/>
                                </a:rPr>
                                <m:t>0</m:t>
                              </m:r>
                            </m:e>
                            <m:e>
                              <m:r>
                                <a:rPr lang="en-US" sz="1800" b="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0</m:t>
                              </m:r>
                            </m:e>
                          </m:mr>
                          <m:mr>
                            <m:e>
                              <m:r>
                                <a:rPr lang="en-US" sz="1800" b="0" i="1" kern="1200">
                                  <a:solidFill>
                                    <a:srgbClr val="000000"/>
                                  </a:solidFill>
                                  <a:effectLst/>
                                  <a:latin typeface="Cambria Math" panose="02040503050406030204" pitchFamily="18" charset="0"/>
                                  <a:ea typeface="+mn-ea"/>
                                  <a:cs typeface="+mn-cs"/>
                                </a:rPr>
                                <m:t>0</m:t>
                              </m:r>
                            </m:e>
                            <m:e>
                              <m:r>
                                <a:rPr lang="en-US" sz="1800" b="0" i="1" kern="1200">
                                  <a:solidFill>
                                    <a:srgbClr val="000000"/>
                                  </a:solidFill>
                                  <a:effectLst/>
                                  <a:latin typeface="Cambria Math" panose="02040503050406030204" pitchFamily="18" charset="0"/>
                                  <a:ea typeface="+mn-ea"/>
                                  <a:cs typeface="+mn-cs"/>
                                </a:rPr>
                                <m:t>0</m:t>
                              </m:r>
                            </m:e>
                            <m:e>
                              <m:r>
                                <a:rPr lang="en-US" sz="1800" b="0" i="1" kern="1200">
                                  <a:solidFill>
                                    <a:srgbClr val="000000"/>
                                  </a:solidFill>
                                  <a:effectLst/>
                                  <a:latin typeface="Cambria Math" panose="02040503050406030204" pitchFamily="18" charset="0"/>
                                  <a:ea typeface="+mn-ea"/>
                                  <a:cs typeface="+mn-cs"/>
                                </a:rPr>
                                <m:t>0</m:t>
                              </m:r>
                            </m:e>
                          </m:mr>
                        </m:m>
                      </m:e>
                    </m:d>
                    <m:r>
                      <a:rPr lang="en-US" sz="1800" b="0" i="1" kern="1200">
                        <a:solidFill>
                          <a:srgbClr val="000000"/>
                        </a:solidFill>
                        <a:effectLst/>
                        <a:latin typeface="Cambria Math" panose="02040503050406030204" pitchFamily="18" charset="0"/>
                        <a:ea typeface="+mn-ea"/>
                        <a:cs typeface="+mn-cs"/>
                      </a:rPr>
                      <m:t>=</m:t>
                    </m:r>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b="0" i="1" kern="1200">
                                  <a:solidFill>
                                    <a:srgbClr val="000000"/>
                                  </a:solidFill>
                                  <a:effectLst/>
                                  <a:latin typeface="Cambria Math" panose="02040503050406030204" pitchFamily="18" charset="0"/>
                                  <a:ea typeface="+mn-ea"/>
                                  <a:cs typeface="+mn-cs"/>
                                </a:rPr>
                                <m:t>9</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r>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e>
                              <m:r>
                                <a:rPr lang="en-US" sz="1800" i="1" kern="1200">
                                  <a:solidFill>
                                    <a:srgbClr val="000000"/>
                                  </a:solidFill>
                                  <a:effectLst/>
                                  <a:latin typeface="Cambria Math" panose="02040503050406030204" pitchFamily="18" charset="0"/>
                                  <a:ea typeface="+mn-ea"/>
                                  <a:cs typeface="+mn-cs"/>
                                </a:rPr>
                                <m:t>−</m:t>
                              </m:r>
                              <m:r>
                                <a:rPr lang="en-US" sz="1800" i="1" kern="1200">
                                  <a:solidFill>
                                    <a:srgbClr val="000000"/>
                                  </a:solidFill>
                                  <a:effectLst/>
                                  <a:latin typeface="Cambria Math" panose="02040503050406030204" pitchFamily="18" charset="0"/>
                                  <a:ea typeface="+mn-ea"/>
                                  <a:cs typeface="+mn-cs"/>
                                </a:rPr>
                                <m:t>1</m:t>
                              </m:r>
                            </m:e>
                          </m:mr>
                        </m:m>
                      </m:e>
                    </m:d>
                    <m:r>
                      <a:rPr lang="en-US" sz="1800" b="0" i="1" kern="1200">
                        <a:solidFill>
                          <a:srgbClr val="000000"/>
                        </a:solidFill>
                        <a:effectLst/>
                        <a:latin typeface="Cambria Math" panose="02040503050406030204" pitchFamily="18" charset="0"/>
                        <a:ea typeface="+mn-ea"/>
                        <a:cs typeface="+mn-cs"/>
                      </a:rPr>
                      <m:t>⇒</m:t>
                    </m:r>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b="0" i="1" kern="1200">
                                  <a:solidFill>
                                    <a:srgbClr val="000000"/>
                                  </a:solidFill>
                                  <a:effectLst/>
                                  <a:latin typeface="Cambria Math" panose="02040503050406030204" pitchFamily="18" charset="0"/>
                                  <a:ea typeface="+mn-ea"/>
                                  <a:cs typeface="+mn-cs"/>
                                </a:rPr>
                                <m:t>17</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
                      </m:e>
                    </m:d>
                  </m:oMath>
                </a14:m>
                <a:endParaRPr lang="en-US" sz="1800" dirty="0"/>
              </a:p>
            </p:txBody>
          </p:sp>
        </mc:Choice>
        <mc:Fallback xmlns="">
          <p:sp>
            <p:nvSpPr>
              <p:cNvPr id="28" name="Content Placeholder 9">
                <a:extLst>
                  <a:ext uri="{FF2B5EF4-FFF2-40B4-BE49-F238E27FC236}">
                    <a16:creationId xmlns:a16="http://schemas.microsoft.com/office/drawing/2014/main" id="{226B4BB7-B7E8-1C68-C2DA-AEBB9E1D6332}"/>
                  </a:ext>
                </a:extLst>
              </p:cNvPr>
              <p:cNvSpPr txBox="1">
                <a:spLocks noRot="1" noChangeAspect="1" noMove="1" noResize="1" noEditPoints="1" noAdjustHandles="1" noChangeArrowheads="1" noChangeShapeType="1" noTextEdit="1"/>
              </p:cNvSpPr>
              <p:nvPr/>
            </p:nvSpPr>
            <p:spPr>
              <a:xfrm>
                <a:off x="4031226" y="1078203"/>
                <a:ext cx="8042786" cy="1796571"/>
              </a:xfrm>
              <a:prstGeom prst="rect">
                <a:avLst/>
              </a:prstGeom>
              <a:blipFill>
                <a:blip r:embed="rId2"/>
                <a:stretch>
                  <a:fillRect l="-530"/>
                </a:stretch>
              </a:blipFill>
              <a:ln>
                <a:solidFill>
                  <a:schemeClr val="tx1"/>
                </a:solidFill>
              </a:ln>
            </p:spPr>
            <p:txBody>
              <a:bodyPr/>
              <a:lstStyle/>
              <a:p>
                <a:r>
                  <a:rPr lang="en-IL">
                    <a:noFill/>
                  </a:rPr>
                  <a:t> </a:t>
                </a:r>
              </a:p>
            </p:txBody>
          </p:sp>
        </mc:Fallback>
      </mc:AlternateContent>
      <p:sp>
        <p:nvSpPr>
          <p:cNvPr id="30" name="Content Placeholder 9">
            <a:extLst>
              <a:ext uri="{FF2B5EF4-FFF2-40B4-BE49-F238E27FC236}">
                <a16:creationId xmlns:a16="http://schemas.microsoft.com/office/drawing/2014/main" id="{9862CC4B-AFB2-3C59-EE1D-32519F8E3CC2}"/>
              </a:ext>
            </a:extLst>
          </p:cNvPr>
          <p:cNvSpPr txBox="1">
            <a:spLocks/>
          </p:cNvSpPr>
          <p:nvPr/>
        </p:nvSpPr>
        <p:spPr>
          <a:xfrm>
            <a:off x="312755" y="3429000"/>
            <a:ext cx="8487115" cy="229504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To sharpen a filter, we begin by subtracting the identity kernel from the low-pass filter, transforming it into a high-pass filter. </a:t>
            </a:r>
          </a:p>
          <a:p>
            <a:pPr algn="l" fontAlgn="base"/>
            <a:r>
              <a:rPr lang="en-US" sz="1800" dirty="0"/>
              <a:t>Following this, we modify the kernel by increasing the weight of the central pixel and decreasing the weights of the surrounding pixels. </a:t>
            </a:r>
          </a:p>
          <a:p>
            <a:pPr algn="l" fontAlgn="base"/>
            <a:r>
              <a:rPr lang="en-US" sz="1800" dirty="0"/>
              <a:t>This adjustment aims to emphasize edges and details in the image. </a:t>
            </a:r>
          </a:p>
          <a:p>
            <a:pPr algn="l" fontAlgn="base"/>
            <a:r>
              <a:rPr lang="en-US" sz="1800" dirty="0"/>
              <a:t>It's important to ensure that the sum of all weights in the kernel remains at 1 to preserve the overall average pixel intensity and avoid unintended alterations.</a:t>
            </a:r>
          </a:p>
          <a:p>
            <a:pPr algn="l" fontAlgn="base"/>
            <a:endParaRPr lang="en-US" sz="1800" dirty="0"/>
          </a:p>
        </p:txBody>
      </p:sp>
    </p:spTree>
    <p:extLst>
      <p:ext uri="{BB962C8B-B14F-4D97-AF65-F5344CB8AC3E}">
        <p14:creationId xmlns:p14="http://schemas.microsoft.com/office/powerpoint/2010/main" val="154692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MP2.14. Restore Blurred Images – Convolution – HPF2c</a:t>
            </a:r>
            <a:endParaRPr lang="en-IL" sz="3600" b="1" dirty="0"/>
          </a:p>
        </p:txBody>
      </p:sp>
      <p:sp>
        <p:nvSpPr>
          <p:cNvPr id="27" name="Content Placeholder 9">
            <a:extLst>
              <a:ext uri="{FF2B5EF4-FFF2-40B4-BE49-F238E27FC236}">
                <a16:creationId xmlns:a16="http://schemas.microsoft.com/office/drawing/2014/main" id="{C57DDD37-50DE-6020-E4E7-F6B64148A383}"/>
              </a:ext>
            </a:extLst>
          </p:cNvPr>
          <p:cNvSpPr txBox="1">
            <a:spLocks/>
          </p:cNvSpPr>
          <p:nvPr/>
        </p:nvSpPr>
        <p:spPr>
          <a:xfrm>
            <a:off x="158585" y="1166694"/>
            <a:ext cx="2594448" cy="134053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Filter HPF2c was achieved by subtracting a binomial filter from the kernel identity filter.</a:t>
            </a:r>
          </a:p>
        </p:txBody>
      </p:sp>
      <mc:AlternateContent xmlns:mc="http://schemas.openxmlformats.org/markup-compatibility/2006" xmlns:a14="http://schemas.microsoft.com/office/drawing/2010/main">
        <mc:Choice Requires="a14">
          <p:sp>
            <p:nvSpPr>
              <p:cNvPr id="28" name="Content Placeholder 9">
                <a:extLst>
                  <a:ext uri="{FF2B5EF4-FFF2-40B4-BE49-F238E27FC236}">
                    <a16:creationId xmlns:a16="http://schemas.microsoft.com/office/drawing/2014/main" id="{226B4BB7-B7E8-1C68-C2DA-AEBB9E1D6332}"/>
                  </a:ext>
                </a:extLst>
              </p:cNvPr>
              <p:cNvSpPr txBox="1">
                <a:spLocks/>
              </p:cNvSpPr>
              <p:nvPr/>
            </p:nvSpPr>
            <p:spPr>
              <a:xfrm>
                <a:off x="2880851" y="1016957"/>
                <a:ext cx="9183329" cy="191906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kern="1200" dirty="0">
                    <a:solidFill>
                      <a:srgbClr val="000000"/>
                    </a:solidFill>
                    <a:effectLst/>
                    <a:ea typeface="+mn-ea"/>
                    <a:cs typeface="+mn-cs"/>
                  </a:rPr>
                  <a:t>HPF2c Design:	</a:t>
                </a:r>
                <a:r>
                  <a:rPr lang="en-US" sz="1800" dirty="0"/>
                  <a:t> </a:t>
                </a:r>
                <a14:m>
                  <m:oMath xmlns:m="http://schemas.openxmlformats.org/officeDocument/2006/math">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m:rPr>
                                  <m:brk m:alnAt="7"/>
                                </m:rP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0</m:t>
                              </m:r>
                            </m:e>
                          </m:mr>
                          <m:mr>
                            <m:e>
                              <m:r>
                                <a:rPr lang="en-US" sz="1800" i="1">
                                  <a:latin typeface="Cambria Math" panose="02040503050406030204" pitchFamily="18" charset="0"/>
                                </a:rPr>
                                <m:t>0</m:t>
                              </m:r>
                            </m:e>
                            <m:e>
                              <m:r>
                                <a:rPr lang="en-US" sz="1800" i="1">
                                  <a:latin typeface="Cambria Math" panose="02040503050406030204" pitchFamily="18" charset="0"/>
                                </a:rPr>
                                <m:t>1</m:t>
                              </m:r>
                            </m:e>
                            <m:e>
                              <m:r>
                                <a:rPr lang="en-US" sz="1800" i="1">
                                  <a:latin typeface="Cambria Math" panose="02040503050406030204" pitchFamily="18" charset="0"/>
                                </a:rPr>
                                <m:t>0</m:t>
                              </m:r>
                            </m:e>
                          </m:mr>
                          <m:mr>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0</m:t>
                              </m:r>
                            </m:e>
                          </m:mr>
                        </m:m>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1</m:t>
                              </m:r>
                            </m:e>
                            <m:e>
                              <m:r>
                                <a:rPr lang="en-US" sz="1800" i="1">
                                  <a:latin typeface="Cambria Math" panose="02040503050406030204" pitchFamily="18" charset="0"/>
                                </a:rPr>
                                <m:t>2</m:t>
                              </m:r>
                            </m:e>
                            <m:e>
                              <m:r>
                                <a:rPr lang="en-US" sz="1800" i="1">
                                  <a:latin typeface="Cambria Math" panose="02040503050406030204" pitchFamily="18" charset="0"/>
                                </a:rPr>
                                <m:t>1</m:t>
                              </m:r>
                            </m:e>
                          </m:mr>
                          <m:mr>
                            <m:e>
                              <m:r>
                                <a:rPr lang="en-US" sz="1800" i="1">
                                  <a:latin typeface="Cambria Math" panose="02040503050406030204" pitchFamily="18" charset="0"/>
                                </a:rPr>
                                <m:t>2</m:t>
                              </m:r>
                            </m:e>
                            <m:e>
                              <m:r>
                                <a:rPr lang="en-US" sz="1800" i="1">
                                  <a:latin typeface="Cambria Math" panose="02040503050406030204" pitchFamily="18" charset="0"/>
                                </a:rPr>
                                <m:t>4</m:t>
                              </m:r>
                            </m:e>
                            <m:e>
                              <m:r>
                                <a:rPr lang="en-US" sz="1800" i="1">
                                  <a:latin typeface="Cambria Math" panose="02040503050406030204" pitchFamily="18" charset="0"/>
                                </a:rPr>
                                <m:t>2</m:t>
                              </m:r>
                            </m:e>
                          </m:mr>
                          <m:mr>
                            <m:e>
                              <m:r>
                                <a:rPr lang="en-US" sz="1800" i="1">
                                  <a:latin typeface="Cambria Math" panose="02040503050406030204" pitchFamily="18" charset="0"/>
                                </a:rPr>
                                <m:t>1</m:t>
                              </m:r>
                            </m:e>
                            <m:e>
                              <m:r>
                                <a:rPr lang="en-US" sz="1800" i="1">
                                  <a:latin typeface="Cambria Math" panose="02040503050406030204" pitchFamily="18" charset="0"/>
                                </a:rPr>
                                <m:t>2</m:t>
                              </m:r>
                            </m:e>
                            <m:e>
                              <m:r>
                                <a:rPr lang="en-US" sz="1800" i="1">
                                  <a:latin typeface="Cambria Math" panose="02040503050406030204" pitchFamily="18" charset="0"/>
                                </a:rPr>
                                <m:t>1</m:t>
                              </m:r>
                            </m:e>
                          </m:mr>
                        </m:m>
                      </m:e>
                    </m:d>
                    <m:r>
                      <a:rPr lang="en-US" sz="1800" i="1">
                        <a:latin typeface="Cambria Math" panose="02040503050406030204" pitchFamily="18" charset="0"/>
                      </a:rPr>
                      <m:t> =</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r>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12</m:t>
                              </m:r>
                            </m:e>
                            <m:e>
                              <m:r>
                                <a:rPr lang="en-US" sz="1800" i="1">
                                  <a:latin typeface="Cambria Math" panose="02040503050406030204" pitchFamily="18" charset="0"/>
                                </a:rPr>
                                <m:t>−</m:t>
                              </m:r>
                              <m:r>
                                <a:rPr lang="en-US" sz="1800" i="1">
                                  <a:latin typeface="Cambria Math" panose="02040503050406030204" pitchFamily="18" charset="0"/>
                                </a:rPr>
                                <m:t>2</m:t>
                              </m:r>
                            </m:e>
                          </m:m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
                      </m:e>
                    </m:d>
                    <m:r>
                      <a:rPr lang="en-US" sz="1800" i="1">
                        <a:latin typeface="Cambria Math" panose="02040503050406030204" pitchFamily="18" charset="0"/>
                      </a:rPr>
                      <m:t>⇒</m:t>
                    </m:r>
                  </m:oMath>
                </a14:m>
                <a:endParaRPr lang="en-US" sz="1800" dirty="0"/>
              </a:p>
              <a:p>
                <a:pPr marL="0" indent="0">
                  <a:buNone/>
                </a:pPr>
                <a:endParaRPr lang="en-US" sz="1800" dirty="0"/>
              </a:p>
              <a:p>
                <a:pPr marL="0" indent="0" algn="ctr">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r>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12</m:t>
                                </m:r>
                              </m:e>
                              <m:e>
                                <m:r>
                                  <a:rPr lang="en-US" sz="1800" i="1">
                                    <a:latin typeface="Cambria Math" panose="02040503050406030204" pitchFamily="18" charset="0"/>
                                  </a:rPr>
                                  <m:t>−</m:t>
                                </m:r>
                                <m:r>
                                  <a:rPr lang="en-US" sz="1800" i="1">
                                    <a:latin typeface="Cambria Math" panose="02040503050406030204" pitchFamily="18" charset="0"/>
                                  </a:rPr>
                                  <m:t>2</m:t>
                                </m:r>
                              </m:e>
                            </m:m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
                        </m:e>
                      </m:d>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m:rPr>
                                    <m:brk m:alnAt="7"/>
                                  </m:rP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0</m:t>
                                </m:r>
                              </m:e>
                            </m:mr>
                            <m:mr>
                              <m:e>
                                <m:r>
                                  <a:rPr lang="en-US" sz="1800" i="1">
                                    <a:latin typeface="Cambria Math" panose="02040503050406030204" pitchFamily="18" charset="0"/>
                                  </a:rPr>
                                  <m:t>0</m:t>
                                </m:r>
                              </m:e>
                              <m:e>
                                <m:r>
                                  <a:rPr lang="en-US" sz="1800" i="1">
                                    <a:latin typeface="Cambria Math" panose="02040503050406030204" pitchFamily="18" charset="0"/>
                                  </a:rPr>
                                  <m:t>1</m:t>
                                </m:r>
                              </m:e>
                              <m:e>
                                <m:r>
                                  <a:rPr lang="en-US" sz="1800" i="1">
                                    <a:latin typeface="Cambria Math" panose="02040503050406030204" pitchFamily="18" charset="0"/>
                                  </a:rPr>
                                  <m:t>0</m:t>
                                </m:r>
                              </m:e>
                            </m:mr>
                            <m:mr>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0</m:t>
                                </m:r>
                              </m:e>
                            </m:mr>
                          </m:m>
                        </m:e>
                      </m:d>
                      <m:r>
                        <m:rPr>
                          <m:nor/>
                        </m:rPr>
                        <a:rPr lang="en-US" sz="1800" i="1" dirty="0">
                          <a:latin typeface="Cambria Math" panose="02040503050406030204" pitchFamily="18" charset="0"/>
                        </a:rPr>
                        <m:t>= </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r>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28</m:t>
                                </m:r>
                              </m:e>
                              <m:e>
                                <m:r>
                                  <a:rPr lang="en-US" sz="1800" i="1">
                                    <a:latin typeface="Cambria Math" panose="02040503050406030204" pitchFamily="18" charset="0"/>
                                  </a:rPr>
                                  <m:t>−</m:t>
                                </m:r>
                                <m:r>
                                  <a:rPr lang="en-US" sz="1800" i="1">
                                    <a:latin typeface="Cambria Math" panose="02040503050406030204" pitchFamily="18" charset="0"/>
                                  </a:rPr>
                                  <m:t>2</m:t>
                                </m:r>
                              </m:e>
                            </m:mr>
                            <m:mr>
                              <m:e>
                                <m:r>
                                  <a:rPr lang="en-US" sz="1800" i="1">
                                    <a:latin typeface="Cambria Math" panose="02040503050406030204" pitchFamily="18" charset="0"/>
                                  </a:rPr>
                                  <m:t>−</m:t>
                                </m:r>
                                <m:r>
                                  <a:rPr lang="en-US" sz="1800" i="1">
                                    <a:latin typeface="Cambria Math" panose="02040503050406030204" pitchFamily="18" charset="0"/>
                                  </a:rPr>
                                  <m:t>1</m:t>
                                </m:r>
                              </m:e>
                              <m:e>
                                <m:r>
                                  <a:rPr lang="en-US" sz="1800" i="1">
                                    <a:latin typeface="Cambria Math" panose="02040503050406030204" pitchFamily="18" charset="0"/>
                                  </a:rPr>
                                  <m:t>−</m:t>
                                </m:r>
                                <m:r>
                                  <a:rPr lang="en-US" sz="1800" i="1">
                                    <a:latin typeface="Cambria Math" panose="02040503050406030204" pitchFamily="18" charset="0"/>
                                  </a:rPr>
                                  <m:t>2</m:t>
                                </m:r>
                              </m:e>
                              <m:e>
                                <m:r>
                                  <a:rPr lang="en-US" sz="1800" i="1">
                                    <a:latin typeface="Cambria Math" panose="02040503050406030204" pitchFamily="18" charset="0"/>
                                  </a:rPr>
                                  <m:t>−</m:t>
                                </m:r>
                                <m:r>
                                  <a:rPr lang="en-US" sz="1800" i="1">
                                    <a:latin typeface="Cambria Math" panose="02040503050406030204" pitchFamily="18" charset="0"/>
                                  </a:rPr>
                                  <m:t>1</m:t>
                                </m:r>
                              </m:e>
                            </m:mr>
                          </m:m>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m:t>
                                </m:r>
                                <m:r>
                                  <a:rPr lang="en-US" sz="1800" i="1">
                                    <a:latin typeface="Cambria Math" panose="02040503050406030204" pitchFamily="18" charset="0"/>
                                  </a:rPr>
                                  <m:t>8</m:t>
                                </m:r>
                              </m:e>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m:t>
                                </m:r>
                                <m:r>
                                  <a:rPr lang="en-US" sz="1800" i="1">
                                    <a:latin typeface="Cambria Math" panose="02040503050406030204" pitchFamily="18" charset="0"/>
                                  </a:rPr>
                                  <m:t>8</m:t>
                                </m:r>
                              </m:e>
                            </m:mr>
                            <m:mr>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112</m:t>
                                </m:r>
                              </m:e>
                              <m:e>
                                <m:r>
                                  <a:rPr lang="en-US" sz="1800" i="1">
                                    <a:latin typeface="Cambria Math" panose="02040503050406030204" pitchFamily="18" charset="0"/>
                                  </a:rPr>
                                  <m:t>−</m:t>
                                </m:r>
                                <m:r>
                                  <a:rPr lang="en-US" sz="1800" i="1">
                                    <a:latin typeface="Cambria Math" panose="02040503050406030204" pitchFamily="18" charset="0"/>
                                  </a:rPr>
                                  <m:t>16</m:t>
                                </m:r>
                              </m:e>
                            </m:mr>
                            <m:mr>
                              <m:e>
                                <m:r>
                                  <a:rPr lang="en-US" sz="1800" i="1">
                                    <a:latin typeface="Cambria Math" panose="02040503050406030204" pitchFamily="18" charset="0"/>
                                  </a:rPr>
                                  <m:t>−</m:t>
                                </m:r>
                                <m:r>
                                  <a:rPr lang="en-US" sz="1800" i="1">
                                    <a:latin typeface="Cambria Math" panose="02040503050406030204" pitchFamily="18" charset="0"/>
                                  </a:rPr>
                                  <m:t>8</m:t>
                                </m:r>
                              </m:e>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m:t>
                                </m:r>
                                <m:r>
                                  <a:rPr lang="en-US" sz="1800" i="1">
                                    <a:latin typeface="Cambria Math" panose="02040503050406030204" pitchFamily="18" charset="0"/>
                                  </a:rPr>
                                  <m:t>8</m:t>
                                </m:r>
                              </m:e>
                            </m:mr>
                          </m:m>
                        </m:e>
                      </m:d>
                    </m:oMath>
                  </m:oMathPara>
                </a14:m>
                <a:endParaRPr lang="en-US" sz="1800" i="1" dirty="0">
                  <a:latin typeface="Cambria Math" panose="02040503050406030204" pitchFamily="18" charset="0"/>
                </a:endParaRPr>
              </a:p>
              <a:p>
                <a:pPr marL="0" indent="0" algn="l" rtl="0" eaLnBrk="1" latinLnBrk="0" hangingPunct="1">
                  <a:spcBef>
                    <a:spcPts val="0"/>
                  </a:spcBef>
                  <a:spcAft>
                    <a:spcPts val="0"/>
                  </a:spcAft>
                  <a:buNone/>
                </a:pPr>
                <a:endParaRPr lang="en-US" sz="1800" dirty="0"/>
              </a:p>
            </p:txBody>
          </p:sp>
        </mc:Choice>
        <mc:Fallback xmlns="">
          <p:sp>
            <p:nvSpPr>
              <p:cNvPr id="28" name="Content Placeholder 9">
                <a:extLst>
                  <a:ext uri="{FF2B5EF4-FFF2-40B4-BE49-F238E27FC236}">
                    <a16:creationId xmlns:a16="http://schemas.microsoft.com/office/drawing/2014/main" id="{226B4BB7-B7E8-1C68-C2DA-AEBB9E1D6332}"/>
                  </a:ext>
                </a:extLst>
              </p:cNvPr>
              <p:cNvSpPr txBox="1">
                <a:spLocks noRot="1" noChangeAspect="1" noMove="1" noResize="1" noEditPoints="1" noAdjustHandles="1" noChangeArrowheads="1" noChangeShapeType="1" noTextEdit="1"/>
              </p:cNvSpPr>
              <p:nvPr/>
            </p:nvSpPr>
            <p:spPr>
              <a:xfrm>
                <a:off x="2880851" y="1016957"/>
                <a:ext cx="9183329" cy="1919063"/>
              </a:xfrm>
              <a:prstGeom prst="rect">
                <a:avLst/>
              </a:prstGeom>
              <a:blipFill>
                <a:blip r:embed="rId2"/>
                <a:stretch>
                  <a:fillRect l="-531"/>
                </a:stretch>
              </a:blipFill>
              <a:ln>
                <a:solidFill>
                  <a:schemeClr val="tx1"/>
                </a:solidFill>
              </a:ln>
            </p:spPr>
            <p:txBody>
              <a:bodyPr/>
              <a:lstStyle/>
              <a:p>
                <a:r>
                  <a:rPr lang="en-IL">
                    <a:noFill/>
                  </a:rPr>
                  <a:t> </a:t>
                </a:r>
              </a:p>
            </p:txBody>
          </p:sp>
        </mc:Fallback>
      </mc:AlternateContent>
      <p:sp>
        <p:nvSpPr>
          <p:cNvPr id="30" name="Content Placeholder 9">
            <a:extLst>
              <a:ext uri="{FF2B5EF4-FFF2-40B4-BE49-F238E27FC236}">
                <a16:creationId xmlns:a16="http://schemas.microsoft.com/office/drawing/2014/main" id="{9862CC4B-AFB2-3C59-EE1D-32519F8E3CC2}"/>
              </a:ext>
            </a:extLst>
          </p:cNvPr>
          <p:cNvSpPr txBox="1">
            <a:spLocks/>
          </p:cNvSpPr>
          <p:nvPr/>
        </p:nvSpPr>
        <p:spPr>
          <a:xfrm>
            <a:off x="312756" y="3264514"/>
            <a:ext cx="9450676" cy="338076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The central value (112) is significantly larger than the surrounding values, indicating emphasis on the central pixel. </a:t>
            </a:r>
          </a:p>
          <a:p>
            <a:pPr algn="l" fontAlgn="base"/>
            <a:r>
              <a:rPr lang="en-US" sz="1800" dirty="0"/>
              <a:t>The negative values surrounding the central pixel contribute to enhancing the contrast between adjacent pixels, enhancing the sharpening effect.</a:t>
            </a:r>
          </a:p>
          <a:p>
            <a:pPr algn="l" fontAlgn="base"/>
            <a:r>
              <a:rPr lang="en-US" sz="1800" dirty="0"/>
              <a:t>The factor = 1/16 indicates that the filter values are normalized to ensure that the filter doesn't change the overall brightness of the image during convolution.</a:t>
            </a:r>
          </a:p>
          <a:p>
            <a:pPr algn="l" fontAlgn="base"/>
            <a:r>
              <a:rPr lang="en-US" sz="1800" dirty="0"/>
              <a:t>Subtracting a binomial filter from the identity filter emphasizes high-frequency components in the image while suppressing low-frequency components, resulting in a sharpening effect.</a:t>
            </a:r>
          </a:p>
          <a:p>
            <a:pPr algn="l" fontAlgn="base"/>
            <a:r>
              <a:rPr lang="en-US" sz="1800" dirty="0"/>
              <a:t>Overall, this filter enhances edges and details in an image, making them appear more pronounced, and it achieves this by emphasizing the central pixel while suppressing its neighboring pixels.</a:t>
            </a:r>
          </a:p>
        </p:txBody>
      </p:sp>
    </p:spTree>
    <p:extLst>
      <p:ext uri="{BB962C8B-B14F-4D97-AF65-F5344CB8AC3E}">
        <p14:creationId xmlns:p14="http://schemas.microsoft.com/office/powerpoint/2010/main" val="2786145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MP2.14. Restore Blurred Images –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952500"/>
            <a:ext cx="5750603" cy="472071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The function “</a:t>
            </a:r>
            <a:r>
              <a:rPr lang="en-US" sz="1800" dirty="0" err="1"/>
              <a:t>ApplyHPFToBlurredImages</a:t>
            </a:r>
            <a:r>
              <a:rPr lang="en-US" sz="1800" dirty="0"/>
              <a:t>” (Fig 20) applies high-pass filters (HPF) to a set of blurred images.</a:t>
            </a:r>
          </a:p>
          <a:p>
            <a:pPr algn="l" fontAlgn="base"/>
            <a:r>
              <a:rPr lang="en-US" sz="1800" dirty="0"/>
              <a:t>Two different high-pass filter kernels, HPF1 and HPF2, are defined.</a:t>
            </a:r>
          </a:p>
          <a:p>
            <a:pPr algn="l" fontAlgn="base"/>
            <a:r>
              <a:rPr lang="en-US" sz="1800" dirty="0"/>
              <a:t>The function iterates over a vector of input file names.</a:t>
            </a:r>
          </a:p>
          <a:p>
            <a:pPr algn="l" fontAlgn="base"/>
            <a:r>
              <a:rPr lang="en-US" sz="1800" dirty="0"/>
              <a:t>For each input image:</a:t>
            </a:r>
          </a:p>
          <a:p>
            <a:pPr lvl="1" fontAlgn="base"/>
            <a:r>
              <a:rPr lang="en-US" sz="1600" dirty="0"/>
              <a:t>It loads the image.</a:t>
            </a:r>
          </a:p>
          <a:p>
            <a:pPr lvl="1" fontAlgn="base"/>
            <a:r>
              <a:rPr lang="en-US" sz="1600" dirty="0"/>
              <a:t>It initializes a destination image with the same dimensions as the source image.</a:t>
            </a:r>
          </a:p>
          <a:p>
            <a:pPr lvl="1" fontAlgn="base"/>
            <a:r>
              <a:rPr lang="en-US" sz="1600" dirty="0"/>
              <a:t>It applies convolution filtering using the DoFiltrationByConvolution function twice.</a:t>
            </a:r>
          </a:p>
          <a:p>
            <a:pPr lvl="1" fontAlgn="base"/>
            <a:r>
              <a:rPr lang="en-US" sz="1600" dirty="0"/>
              <a:t>Once with HPF1 and a factor of 1.</a:t>
            </a:r>
          </a:p>
          <a:p>
            <a:pPr lvl="1" fontAlgn="base"/>
            <a:r>
              <a:rPr lang="en-US" sz="1600" dirty="0"/>
              <a:t>Again, with HPF2 and a factor of HTP2factor, which is set to 1.0 / 16.0.</a:t>
            </a:r>
          </a:p>
          <a:p>
            <a:pPr lvl="1" fontAlgn="base"/>
            <a:r>
              <a:rPr lang="en-US" sz="1600" dirty="0"/>
              <a:t>The filtered images are saved with filenames constructed by appending prefixes to the original input filenames.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336507" y="4248914"/>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20: Code for </a:t>
            </a:r>
            <a:r>
              <a:rPr lang="en-US" sz="1100" dirty="0" err="1"/>
              <a:t>ApplyHPFToBlurredImages</a:t>
            </a:r>
            <a:r>
              <a:rPr lang="en-US" sz="1100" dirty="0"/>
              <a:t> function</a:t>
            </a:r>
            <a:endParaRPr lang="en-IL" sz="1100" dirty="0"/>
          </a:p>
        </p:txBody>
      </p:sp>
      <p:pic>
        <p:nvPicPr>
          <p:cNvPr id="4" name="Picture 3">
            <a:extLst>
              <a:ext uri="{FF2B5EF4-FFF2-40B4-BE49-F238E27FC236}">
                <a16:creationId xmlns:a16="http://schemas.microsoft.com/office/drawing/2014/main" id="{B14B1EA8-B31D-4A8C-A25B-4CA744A1A773}"/>
              </a:ext>
            </a:extLst>
          </p:cNvPr>
          <p:cNvPicPr>
            <a:picLocks noChangeAspect="1"/>
          </p:cNvPicPr>
          <p:nvPr/>
        </p:nvPicPr>
        <p:blipFill>
          <a:blip r:embed="rId2"/>
          <a:stretch>
            <a:fillRect/>
          </a:stretch>
        </p:blipFill>
        <p:spPr>
          <a:xfrm>
            <a:off x="6013569" y="952500"/>
            <a:ext cx="6063908" cy="3182114"/>
          </a:xfrm>
          <a:prstGeom prst="rect">
            <a:avLst/>
          </a:prstGeom>
        </p:spPr>
      </p:pic>
    </p:spTree>
    <p:extLst>
      <p:ext uri="{BB962C8B-B14F-4D97-AF65-F5344CB8AC3E}">
        <p14:creationId xmlns:p14="http://schemas.microsoft.com/office/powerpoint/2010/main" val="1847781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MP2.14. Restore Blurred Images – Convolution</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78658" y="838200"/>
            <a:ext cx="5810865" cy="580707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The function “DoFiltrationByConvolution” (Fig 21) performs image filtration using convolution with a given filter kernel.</a:t>
            </a:r>
          </a:p>
          <a:p>
            <a:pPr algn="l" fontAlgn="base"/>
            <a:r>
              <a:rPr lang="en-US" sz="1800" dirty="0"/>
              <a:t>It takes the source image, the destination image, the filter kernel, and a normalization factor as input parameters.</a:t>
            </a:r>
          </a:p>
          <a:p>
            <a:pPr algn="l" fontAlgn="base"/>
            <a:r>
              <a:rPr lang="en-US" sz="1800" dirty="0"/>
              <a:t>It initializes the destination image by clearing it.</a:t>
            </a:r>
          </a:p>
          <a:p>
            <a:pPr algn="l" fontAlgn="base"/>
            <a:r>
              <a:rPr lang="en-US" sz="1800" dirty="0"/>
              <a:t>It iterates over the rows and columns of the source image, excluding the border pixels according to the size of the filter kernel.</a:t>
            </a:r>
          </a:p>
          <a:p>
            <a:pPr algn="l" fontAlgn="base"/>
            <a:r>
              <a:rPr lang="en-US" sz="1800" dirty="0"/>
              <a:t>For each pixel in the source image, It computes the convolution sum by multiplying each pixel value in the local neighborhood by the corresponding filter coefficient and summing them up.</a:t>
            </a:r>
          </a:p>
          <a:p>
            <a:pPr algn="l" fontAlgn="base"/>
            <a:r>
              <a:rPr lang="en-US" sz="1800" dirty="0"/>
              <a:t>The result is multiplied by the normalization factor.</a:t>
            </a:r>
          </a:p>
          <a:p>
            <a:pPr algn="l" fontAlgn="base"/>
            <a:r>
              <a:rPr lang="en-US" sz="1800" dirty="0"/>
              <a:t>The resulting value is clamped between 0 and 255.</a:t>
            </a:r>
          </a:p>
          <a:p>
            <a:pPr algn="l" fontAlgn="base"/>
            <a:r>
              <a:rPr lang="en-US" sz="1800" dirty="0"/>
              <a:t>The filtered pixel value is stored in the corresponding position in the destination image.</a:t>
            </a:r>
          </a:p>
          <a:p>
            <a:pPr algn="l" fontAlgn="base"/>
            <a:r>
              <a:rPr lang="en-US" sz="1800" dirty="0"/>
              <a:t>The function modifies the destination image in place, performing the filtration operation.</a:t>
            </a:r>
            <a:endParaRPr lang="en-US" sz="1600" dirty="0"/>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323657" y="5166096"/>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21: Code for DoFiltrationByConvolution function</a:t>
            </a:r>
            <a:endParaRPr lang="en-IL" sz="1100" dirty="0"/>
          </a:p>
        </p:txBody>
      </p:sp>
      <p:pic>
        <p:nvPicPr>
          <p:cNvPr id="10" name="Picture 9">
            <a:extLst>
              <a:ext uri="{FF2B5EF4-FFF2-40B4-BE49-F238E27FC236}">
                <a16:creationId xmlns:a16="http://schemas.microsoft.com/office/drawing/2014/main" id="{FB109EEB-647D-C806-F18E-9179CC126C5C}"/>
              </a:ext>
            </a:extLst>
          </p:cNvPr>
          <p:cNvPicPr>
            <a:picLocks noChangeAspect="1"/>
          </p:cNvPicPr>
          <p:nvPr/>
        </p:nvPicPr>
        <p:blipFill>
          <a:blip r:embed="rId2"/>
          <a:stretch>
            <a:fillRect/>
          </a:stretch>
        </p:blipFill>
        <p:spPr>
          <a:xfrm>
            <a:off x="6031931" y="956187"/>
            <a:ext cx="6001485" cy="4209909"/>
          </a:xfrm>
          <a:prstGeom prst="rect">
            <a:avLst/>
          </a:prstGeom>
        </p:spPr>
      </p:pic>
    </p:spTree>
    <p:extLst>
      <p:ext uri="{BB962C8B-B14F-4D97-AF65-F5344CB8AC3E}">
        <p14:creationId xmlns:p14="http://schemas.microsoft.com/office/powerpoint/2010/main" val="184106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MP2.15. Restore Blurred Images –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51225" y="838200"/>
            <a:ext cx="6496263" cy="580707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created a high-pass filter (HPF –Fig 22) Inversed Gaussian filter in the frequency domain (FD- Fig 23) with </a:t>
            </a:r>
            <a:r>
              <a:rPr lang="en-US" sz="1800" dirty="0" err="1"/>
              <a:t>sigmaRadius</a:t>
            </a:r>
            <a:r>
              <a:rPr lang="en-US" sz="1800" dirty="0"/>
              <a:t> = 80.</a:t>
            </a:r>
          </a:p>
          <a:p>
            <a:pPr fontAlgn="base"/>
            <a:r>
              <a:rPr lang="en-US" sz="1800" dirty="0"/>
              <a:t>This filter acts as the inverse of the original Gaussian LPF in the frequency domain as described in slide MP2.4.</a:t>
            </a:r>
          </a:p>
          <a:p>
            <a:pPr fontAlgn="base"/>
            <a:r>
              <a:rPr lang="en-US" sz="1800" dirty="0"/>
              <a:t>Our aim with this filter was to effectively restore the Gaussian filter in the frequency domain (FD). Multiplying the filter and its inverse in FD results in the identity filter, achieving nearly perfect restoration.</a:t>
            </a:r>
          </a:p>
          <a:p>
            <a:pPr fontAlgn="base"/>
            <a:r>
              <a:rPr lang="en-US" sz="1800" dirty="0"/>
              <a:t>In the frequency domain, it's represented as a Gaussian-shaped function (Fig 24).</a:t>
            </a:r>
          </a:p>
          <a:p>
            <a:pPr fontAlgn="base"/>
            <a:r>
              <a:rPr lang="en-US" sz="1800" dirty="0"/>
              <a:t>For each pixel, It then calculates the total squared distance from the center and divides it by the square of the radius. This operation effectively scales the distance by the standard deviation.</a:t>
            </a:r>
          </a:p>
          <a:p>
            <a:pPr fontAlgn="base"/>
            <a:r>
              <a:rPr lang="en-US" sz="1800" dirty="0"/>
              <a:t>Next, it computes the inverse Gaussian: 1 - exp(-total) and scales it by 255.0. This is a scaling factor to convert the result to the range of 0 to 255, which is typical for grayscale pixel values.</a:t>
            </a:r>
          </a:p>
          <a:p>
            <a:pPr fontAlgn="base"/>
            <a:r>
              <a:rPr lang="en-US" sz="1800" dirty="0"/>
              <a:t>Then, we use the Inversed Gaussian filter we created and function </a:t>
            </a:r>
            <a:r>
              <a:rPr lang="en-US" sz="1800" dirty="0" err="1"/>
              <a:t>ApplyFFT</a:t>
            </a:r>
            <a:r>
              <a:rPr lang="en-US" sz="1800" dirty="0"/>
              <a:t> to apply Filtration in FD (as described before in figure 16 and slide MP2.4).</a:t>
            </a:r>
          </a:p>
        </p:txBody>
      </p:sp>
      <p:sp>
        <p:nvSpPr>
          <p:cNvPr id="8" name="Content Placeholder 9">
            <a:extLst>
              <a:ext uri="{FF2B5EF4-FFF2-40B4-BE49-F238E27FC236}">
                <a16:creationId xmlns:a16="http://schemas.microsoft.com/office/drawing/2014/main" id="{4BAB4B5C-C4D5-08CC-9D79-EF4BDE7115AF}"/>
              </a:ext>
            </a:extLst>
          </p:cNvPr>
          <p:cNvSpPr txBox="1">
            <a:spLocks/>
          </p:cNvSpPr>
          <p:nvPr/>
        </p:nvSpPr>
        <p:spPr>
          <a:xfrm>
            <a:off x="6863087" y="6332323"/>
            <a:ext cx="1864454"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23: Gaussian Filter in FD</a:t>
            </a:r>
            <a:endParaRPr lang="en-IL" sz="1100" dirty="0"/>
          </a:p>
        </p:txBody>
      </p:sp>
      <p:sp>
        <p:nvSpPr>
          <p:cNvPr id="11" name="Content Placeholder 9">
            <a:extLst>
              <a:ext uri="{FF2B5EF4-FFF2-40B4-BE49-F238E27FC236}">
                <a16:creationId xmlns:a16="http://schemas.microsoft.com/office/drawing/2014/main" id="{7B985965-2A13-FC8C-25E8-3B3C7437C7E9}"/>
              </a:ext>
            </a:extLst>
          </p:cNvPr>
          <p:cNvSpPr txBox="1">
            <a:spLocks/>
          </p:cNvSpPr>
          <p:nvPr/>
        </p:nvSpPr>
        <p:spPr>
          <a:xfrm>
            <a:off x="9333470" y="6314035"/>
            <a:ext cx="2446531"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24: Profilers of Gaussian Filter in FD</a:t>
            </a:r>
            <a:endParaRPr lang="en-IL" sz="1100" dirty="0"/>
          </a:p>
        </p:txBody>
      </p:sp>
      <p:sp>
        <p:nvSpPr>
          <p:cNvPr id="12" name="Content Placeholder 9">
            <a:extLst>
              <a:ext uri="{FF2B5EF4-FFF2-40B4-BE49-F238E27FC236}">
                <a16:creationId xmlns:a16="http://schemas.microsoft.com/office/drawing/2014/main" id="{168E4772-C712-7A45-AE4F-6A9CB17F75B1}"/>
              </a:ext>
            </a:extLst>
          </p:cNvPr>
          <p:cNvSpPr txBox="1">
            <a:spLocks/>
          </p:cNvSpPr>
          <p:nvPr/>
        </p:nvSpPr>
        <p:spPr>
          <a:xfrm>
            <a:off x="8125282" y="4144479"/>
            <a:ext cx="2416376" cy="23072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22: Code for inverse gaussian filter</a:t>
            </a:r>
            <a:endParaRPr lang="en-IL" sz="1100" dirty="0"/>
          </a:p>
        </p:txBody>
      </p:sp>
      <p:pic>
        <p:nvPicPr>
          <p:cNvPr id="29" name="Picture 28">
            <a:extLst>
              <a:ext uri="{FF2B5EF4-FFF2-40B4-BE49-F238E27FC236}">
                <a16:creationId xmlns:a16="http://schemas.microsoft.com/office/drawing/2014/main" id="{1CAFCB59-3DA0-2C11-0F23-B63216CECC56}"/>
              </a:ext>
            </a:extLst>
          </p:cNvPr>
          <p:cNvPicPr>
            <a:picLocks noChangeAspect="1"/>
          </p:cNvPicPr>
          <p:nvPr/>
        </p:nvPicPr>
        <p:blipFill>
          <a:blip r:embed="rId2"/>
          <a:stretch>
            <a:fillRect/>
          </a:stretch>
        </p:blipFill>
        <p:spPr>
          <a:xfrm>
            <a:off x="9030112" y="4747698"/>
            <a:ext cx="3053245" cy="1500906"/>
          </a:xfrm>
          <a:prstGeom prst="rect">
            <a:avLst/>
          </a:prstGeom>
        </p:spPr>
      </p:pic>
      <p:pic>
        <p:nvPicPr>
          <p:cNvPr id="31" name="Picture 30" descr="A black circle in a white background&#10;&#10;Description automatically generated">
            <a:extLst>
              <a:ext uri="{FF2B5EF4-FFF2-40B4-BE49-F238E27FC236}">
                <a16:creationId xmlns:a16="http://schemas.microsoft.com/office/drawing/2014/main" id="{E63F9785-965F-3F60-A0DD-07FAC2A1D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913" y="4588434"/>
            <a:ext cx="2300801" cy="1725601"/>
          </a:xfrm>
          <a:prstGeom prst="rect">
            <a:avLst/>
          </a:prstGeom>
          <a:ln w="12700">
            <a:solidFill>
              <a:schemeClr val="tx1"/>
            </a:solidFill>
          </a:ln>
        </p:spPr>
      </p:pic>
      <p:pic>
        <p:nvPicPr>
          <p:cNvPr id="4" name="Picture 3">
            <a:extLst>
              <a:ext uri="{FF2B5EF4-FFF2-40B4-BE49-F238E27FC236}">
                <a16:creationId xmlns:a16="http://schemas.microsoft.com/office/drawing/2014/main" id="{8D901574-1A32-EC28-23AA-9827CC052A27}"/>
              </a:ext>
            </a:extLst>
          </p:cNvPr>
          <p:cNvPicPr>
            <a:picLocks noChangeAspect="1"/>
          </p:cNvPicPr>
          <p:nvPr/>
        </p:nvPicPr>
        <p:blipFill>
          <a:blip r:embed="rId4"/>
          <a:stretch>
            <a:fillRect/>
          </a:stretch>
        </p:blipFill>
        <p:spPr>
          <a:xfrm>
            <a:off x="6776257" y="838200"/>
            <a:ext cx="5114426" cy="3252316"/>
          </a:xfrm>
          <a:prstGeom prst="rect">
            <a:avLst/>
          </a:prstGeom>
        </p:spPr>
      </p:pic>
    </p:spTree>
    <p:extLst>
      <p:ext uri="{BB962C8B-B14F-4D97-AF65-F5344CB8AC3E}">
        <p14:creationId xmlns:p14="http://schemas.microsoft.com/office/powerpoint/2010/main" val="4239463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707224" y="1112521"/>
            <a:ext cx="7869848" cy="255422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the set of three High Pass Filters (HPFs) that we designed specifically for this task to enhance the clarity and detail of the three blurred images. </a:t>
            </a:r>
          </a:p>
          <a:p>
            <a:pPr algn="l" fontAlgn="base"/>
            <a:r>
              <a:rPr lang="en-US" sz="1800" dirty="0"/>
              <a:t>Taking a systematic approach, we systematically applied each HPF to every individual blurred image in the set. </a:t>
            </a:r>
          </a:p>
          <a:p>
            <a:pPr algn="l" fontAlgn="base"/>
            <a:r>
              <a:rPr lang="en-US" sz="1800" dirty="0"/>
              <a:t>Afterward, we carefully analyzed the effects and improvements brought about by each HPF on the respective blurred image it was applied to.</a:t>
            </a:r>
          </a:p>
          <a:p>
            <a:pPr algn="l" fontAlgn="base"/>
            <a:r>
              <a:rPr lang="en-US" sz="1800" dirty="0"/>
              <a:t>This comprehensive evaluation allowed us to gain insights into the efficacy and performance of each HPF in terms of enhancing image sharpness and detail.</a:t>
            </a:r>
          </a:p>
        </p:txBody>
      </p:sp>
    </p:spTree>
    <p:extLst>
      <p:ext uri="{BB962C8B-B14F-4D97-AF65-F5344CB8AC3E}">
        <p14:creationId xmlns:p14="http://schemas.microsoft.com/office/powerpoint/2010/main" val="3942408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1206307"/>
            <a:ext cx="4633168" cy="396239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Tim1LPF5c.bmp (Fig 25).</a:t>
            </a:r>
          </a:p>
          <a:p>
            <a:pPr algn="l" fontAlgn="base"/>
            <a:r>
              <a:rPr lang="en-US" sz="1800" dirty="0"/>
              <a:t>The result is shown in Figure 26. </a:t>
            </a:r>
          </a:p>
          <a:p>
            <a:pPr algn="l" fontAlgn="base"/>
            <a:r>
              <a:rPr lang="en-US" sz="1800" dirty="0"/>
              <a:t>Looking at Figure 26, we notice faster and more noticeable changes in the values.</a:t>
            </a:r>
          </a:p>
          <a:p>
            <a:pPr algn="l" fontAlgn="base"/>
            <a:r>
              <a:rPr lang="en-US" sz="1800" dirty="0"/>
              <a:t>The sharpened image has a wider range of pixel values, particularly in areas with sharp transitions, edges, and fine details.</a:t>
            </a:r>
          </a:p>
          <a:p>
            <a:pPr algn="l" fontAlgn="base"/>
            <a:r>
              <a:rPr lang="en-US" sz="1800" dirty="0"/>
              <a:t>In the blurry image, the second smallest text is unreadable. But in the sharpened image, it becomes readable. </a:t>
            </a:r>
          </a:p>
          <a:p>
            <a:pPr algn="l" fontAlgn="base"/>
            <a:r>
              <a:rPr lang="en-US" sz="1800" dirty="0"/>
              <a:t>Unfortunately, the smallest text is still unreadable in the sharpened version. </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25: Profilers for Tim1LPF5c.bmp</a:t>
            </a:r>
            <a:endParaRPr lang="en-IL" sz="1100" dirty="0"/>
          </a:p>
          <a:p>
            <a:pPr marL="0" indent="0" algn="ctr">
              <a:buNone/>
            </a:pPr>
            <a:endParaRPr lang="en-IL" sz="1100" dirty="0"/>
          </a:p>
        </p:txBody>
      </p:sp>
      <p:pic>
        <p:nvPicPr>
          <p:cNvPr id="4" name="תמונה 7">
            <a:extLst>
              <a:ext uri="{FF2B5EF4-FFF2-40B4-BE49-F238E27FC236}">
                <a16:creationId xmlns:a16="http://schemas.microsoft.com/office/drawing/2014/main" id="{6E8A4CD6-4BAF-E874-E8AF-725BFF6A3DB2}"/>
              </a:ext>
            </a:extLst>
          </p:cNvPr>
          <p:cNvPicPr>
            <a:picLocks noChangeAspect="1"/>
          </p:cNvPicPr>
          <p:nvPr/>
        </p:nvPicPr>
        <p:blipFill>
          <a:blip r:embed="rId2"/>
          <a:stretch>
            <a:fillRect/>
          </a:stretch>
        </p:blipFill>
        <p:spPr>
          <a:xfrm>
            <a:off x="5308131" y="847344"/>
            <a:ext cx="6216023" cy="2590800"/>
          </a:xfrm>
          <a:prstGeom prst="rect">
            <a:avLst/>
          </a:prstGeom>
        </p:spPr>
      </p:pic>
      <p:pic>
        <p:nvPicPr>
          <p:cNvPr id="5" name="תמונה 9">
            <a:extLst>
              <a:ext uri="{FF2B5EF4-FFF2-40B4-BE49-F238E27FC236}">
                <a16:creationId xmlns:a16="http://schemas.microsoft.com/office/drawing/2014/main" id="{71787677-53BB-3FDA-C042-8F474FDEF674}"/>
              </a:ext>
            </a:extLst>
          </p:cNvPr>
          <p:cNvPicPr>
            <a:picLocks noChangeAspect="1"/>
          </p:cNvPicPr>
          <p:nvPr/>
        </p:nvPicPr>
        <p:blipFill>
          <a:blip r:embed="rId3"/>
          <a:stretch>
            <a:fillRect/>
          </a:stretch>
        </p:blipFill>
        <p:spPr>
          <a:xfrm>
            <a:off x="5308131" y="3876478"/>
            <a:ext cx="6216023" cy="2584457"/>
          </a:xfrm>
          <a:prstGeom prst="rect">
            <a:avLst/>
          </a:prstGeom>
        </p:spPr>
      </p:pic>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26: Profilers for HPF1cTim1LPF5c.bmp</a:t>
            </a:r>
            <a:endParaRPr lang="en-IL" sz="1100" dirty="0"/>
          </a:p>
          <a:p>
            <a:pPr marL="0" indent="0" algn="ctr">
              <a:buNone/>
            </a:pPr>
            <a:endParaRPr lang="en-IL" sz="1100" dirty="0"/>
          </a:p>
        </p:txBody>
      </p:sp>
    </p:spTree>
    <p:extLst>
      <p:ext uri="{BB962C8B-B14F-4D97-AF65-F5344CB8AC3E}">
        <p14:creationId xmlns:p14="http://schemas.microsoft.com/office/powerpoint/2010/main" val="1751790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314032" y="1017607"/>
            <a:ext cx="4633168" cy="524143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Tim1LPF7c.bmp (Fig 27).</a:t>
            </a:r>
          </a:p>
          <a:p>
            <a:pPr algn="l" fontAlgn="base"/>
            <a:r>
              <a:rPr lang="en-US" sz="1800" dirty="0"/>
              <a:t>The result is shown in Figure 28. </a:t>
            </a:r>
          </a:p>
          <a:p>
            <a:pPr algn="l" fontAlgn="base"/>
            <a:r>
              <a:rPr lang="en-US" sz="1800" dirty="0"/>
              <a:t>Looking at Figure 28, we notice faster and more noticeable changes in the values.</a:t>
            </a:r>
          </a:p>
          <a:p>
            <a:pPr fontAlgn="base"/>
            <a:r>
              <a:rPr lang="en-US" sz="1800" dirty="0"/>
              <a:t>The sharpened image has a wider range of pixel values, particularly in areas with sharp transitions, edges, and fine details.</a:t>
            </a:r>
          </a:p>
          <a:p>
            <a:pPr algn="l" fontAlgn="base"/>
            <a:r>
              <a:rPr lang="en-US" sz="1800" dirty="0"/>
              <a:t>In the blurry image, the second smallest text is unreadable. But in the sharpened image, it becomes readable. </a:t>
            </a:r>
          </a:p>
          <a:p>
            <a:pPr algn="l" fontAlgn="base"/>
            <a:r>
              <a:rPr lang="en-US" sz="1800" dirty="0"/>
              <a:t>Unfortunately, the smallest text is still unreadable in the sharpened version. </a:t>
            </a:r>
          </a:p>
          <a:p>
            <a:pPr fontAlgn="base"/>
            <a:r>
              <a:rPr lang="en-US" sz="1800" dirty="0"/>
              <a:t>The results in Figures 26 and 28 are very similar because the only distinction is the size of the Low Pass Filters (LPFs), which are essentially the same except for their sizes.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27: Profilers for Tim1LPF7c.bmp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28: Profilers for HPF1cTim1LPF7c.bmp</a:t>
            </a:r>
            <a:endParaRPr lang="en-IL" sz="1100" dirty="0"/>
          </a:p>
          <a:p>
            <a:pPr marL="0" indent="0" algn="ctr">
              <a:buNone/>
            </a:pPr>
            <a:endParaRPr lang="en-IL" sz="1100" dirty="0"/>
          </a:p>
        </p:txBody>
      </p:sp>
      <p:pic>
        <p:nvPicPr>
          <p:cNvPr id="3" name="תמונה 6">
            <a:extLst>
              <a:ext uri="{FF2B5EF4-FFF2-40B4-BE49-F238E27FC236}">
                <a16:creationId xmlns:a16="http://schemas.microsoft.com/office/drawing/2014/main" id="{5A74F5F5-B93F-7C3A-14DC-94B45A2F5C24}"/>
              </a:ext>
            </a:extLst>
          </p:cNvPr>
          <p:cNvPicPr>
            <a:picLocks noChangeAspect="1"/>
          </p:cNvPicPr>
          <p:nvPr/>
        </p:nvPicPr>
        <p:blipFill>
          <a:blip r:embed="rId2"/>
          <a:stretch>
            <a:fillRect/>
          </a:stretch>
        </p:blipFill>
        <p:spPr>
          <a:xfrm>
            <a:off x="5411168" y="900565"/>
            <a:ext cx="6179407" cy="2557811"/>
          </a:xfrm>
          <a:prstGeom prst="rect">
            <a:avLst/>
          </a:prstGeom>
        </p:spPr>
      </p:pic>
      <p:pic>
        <p:nvPicPr>
          <p:cNvPr id="6" name="תמונה 8">
            <a:extLst>
              <a:ext uri="{FF2B5EF4-FFF2-40B4-BE49-F238E27FC236}">
                <a16:creationId xmlns:a16="http://schemas.microsoft.com/office/drawing/2014/main" id="{660C7A17-3EA7-BBEC-8AA3-0CC0AE464BDB}"/>
              </a:ext>
            </a:extLst>
          </p:cNvPr>
          <p:cNvPicPr>
            <a:picLocks noChangeAspect="1"/>
          </p:cNvPicPr>
          <p:nvPr/>
        </p:nvPicPr>
        <p:blipFill>
          <a:blip r:embed="rId3"/>
          <a:stretch>
            <a:fillRect/>
          </a:stretch>
        </p:blipFill>
        <p:spPr>
          <a:xfrm>
            <a:off x="5394960" y="3860785"/>
            <a:ext cx="6211824" cy="2557810"/>
          </a:xfrm>
          <a:prstGeom prst="rect">
            <a:avLst/>
          </a:prstGeom>
        </p:spPr>
      </p:pic>
    </p:spTree>
    <p:extLst>
      <p:ext uri="{BB962C8B-B14F-4D97-AF65-F5344CB8AC3E}">
        <p14:creationId xmlns:p14="http://schemas.microsoft.com/office/powerpoint/2010/main" val="2466581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90ECED6-BE35-47A5-D2BA-DBCB6D04131C}"/>
              </a:ext>
            </a:extLst>
          </p:cNvPr>
          <p:cNvPicPr>
            <a:picLocks noChangeAspect="1"/>
          </p:cNvPicPr>
          <p:nvPr/>
        </p:nvPicPr>
        <p:blipFill>
          <a:blip r:embed="rId2"/>
          <a:stretch>
            <a:fillRect/>
          </a:stretch>
        </p:blipFill>
        <p:spPr>
          <a:xfrm>
            <a:off x="5405421" y="3860785"/>
            <a:ext cx="6219561" cy="2584691"/>
          </a:xfrm>
          <a:prstGeom prst="rect">
            <a:avLst/>
          </a:prstGeom>
        </p:spPr>
      </p:pic>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1258825"/>
            <a:ext cx="4633168" cy="386181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Tim1LPFf.bmp (Fig 29).</a:t>
            </a:r>
          </a:p>
          <a:p>
            <a:pPr algn="l" fontAlgn="base"/>
            <a:r>
              <a:rPr lang="en-US" sz="1800" dirty="0"/>
              <a:t>The result is shown in Figure 30. </a:t>
            </a:r>
          </a:p>
          <a:p>
            <a:pPr algn="l" fontAlgn="base"/>
            <a:r>
              <a:rPr lang="en-US" sz="1800" dirty="0"/>
              <a:t>Looking at Figure 30, we notice that the image has a wider range of pixel values, particularly in areas with sharp transitions, edges, and fine details.</a:t>
            </a:r>
          </a:p>
          <a:p>
            <a:pPr algn="l" fontAlgn="base"/>
            <a:r>
              <a:rPr lang="en-US" sz="1800" dirty="0"/>
              <a:t>In the blurry image, the third smallest text is unreadable. But in the sharpened image, it becomes readable. </a:t>
            </a:r>
          </a:p>
          <a:p>
            <a:pPr algn="l" fontAlgn="base"/>
            <a:r>
              <a:rPr lang="en-US" sz="1800" dirty="0"/>
              <a:t>Nonetheless, even after sharpening, the smallest two smallest text lines remains unreadable.</a:t>
            </a:r>
          </a:p>
          <a:p>
            <a:pPr algn="l" fontAlgn="base"/>
            <a:endParaRPr lang="en-US" sz="1800" dirty="0"/>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29: Profilers for Tim1LPFf.bmp</a:t>
            </a: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30: Profilers for HPF1cTim1LPFf.bmp</a:t>
            </a:r>
            <a:endParaRPr lang="en-IL" sz="1100" dirty="0"/>
          </a:p>
          <a:p>
            <a:pPr marL="0" indent="0" algn="ctr">
              <a:buNone/>
            </a:pPr>
            <a:endParaRPr lang="en-IL" sz="1100" dirty="0"/>
          </a:p>
        </p:txBody>
      </p:sp>
      <p:pic>
        <p:nvPicPr>
          <p:cNvPr id="4" name="תמונה 2">
            <a:extLst>
              <a:ext uri="{FF2B5EF4-FFF2-40B4-BE49-F238E27FC236}">
                <a16:creationId xmlns:a16="http://schemas.microsoft.com/office/drawing/2014/main" id="{7460C51A-B47D-13B7-795F-0270B3ACFDB6}"/>
              </a:ext>
            </a:extLst>
          </p:cNvPr>
          <p:cNvPicPr>
            <a:picLocks noChangeAspect="1"/>
          </p:cNvPicPr>
          <p:nvPr/>
        </p:nvPicPr>
        <p:blipFill>
          <a:blip r:embed="rId3"/>
          <a:stretch>
            <a:fillRect/>
          </a:stretch>
        </p:blipFill>
        <p:spPr>
          <a:xfrm>
            <a:off x="5394960" y="900565"/>
            <a:ext cx="6211824" cy="2584690"/>
          </a:xfrm>
          <a:prstGeom prst="rect">
            <a:avLst/>
          </a:prstGeom>
        </p:spPr>
      </p:pic>
    </p:spTree>
    <p:extLst>
      <p:ext uri="{BB962C8B-B14F-4D97-AF65-F5344CB8AC3E}">
        <p14:creationId xmlns:p14="http://schemas.microsoft.com/office/powerpoint/2010/main" val="3262785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947928"/>
            <a:ext cx="4633168" cy="396239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Tim1LPF5c.bmp (Fig 31).</a:t>
            </a:r>
          </a:p>
          <a:p>
            <a:pPr algn="l" fontAlgn="base"/>
            <a:r>
              <a:rPr lang="en-US" sz="1800" dirty="0"/>
              <a:t>The result is shown in Figure 32. </a:t>
            </a:r>
          </a:p>
          <a:p>
            <a:pPr algn="l" fontAlgn="base"/>
            <a:r>
              <a:rPr lang="en-US" sz="1800" dirty="0"/>
              <a:t>Looking at Figure 32, we notice faster and more noticeable changes in the values.</a:t>
            </a:r>
          </a:p>
          <a:p>
            <a:pPr algn="l" fontAlgn="base"/>
            <a:r>
              <a:rPr lang="en-US" sz="1800" dirty="0"/>
              <a:t>The sharpened image has a wider range of pixel values, particularly in areas with sharp transitions, edges, and fine details.</a:t>
            </a:r>
          </a:p>
          <a:p>
            <a:pPr algn="l" fontAlgn="base"/>
            <a:r>
              <a:rPr lang="en-US" sz="1800" dirty="0"/>
              <a:t>In the blurry image, the second smallest text is unreadable. But in the sharpened image, it becomes readable. </a:t>
            </a:r>
          </a:p>
          <a:p>
            <a:pPr algn="l" fontAlgn="base"/>
            <a:r>
              <a:rPr lang="en-US" sz="1800" dirty="0"/>
              <a:t>Unfortunately, the smallest text is still unreadable in the sharpened version.</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31: Profilers for Tim1LPF5c.bmp</a:t>
            </a:r>
            <a:endParaRPr lang="en-IL" sz="1100" dirty="0"/>
          </a:p>
          <a:p>
            <a:pPr marL="0" indent="0" algn="ctr">
              <a:buNone/>
            </a:pPr>
            <a:endParaRPr lang="en-IL" sz="1100" dirty="0"/>
          </a:p>
        </p:txBody>
      </p:sp>
      <p:pic>
        <p:nvPicPr>
          <p:cNvPr id="4" name="תמונה 7">
            <a:extLst>
              <a:ext uri="{FF2B5EF4-FFF2-40B4-BE49-F238E27FC236}">
                <a16:creationId xmlns:a16="http://schemas.microsoft.com/office/drawing/2014/main" id="{6E8A4CD6-4BAF-E874-E8AF-725BFF6A3DB2}"/>
              </a:ext>
            </a:extLst>
          </p:cNvPr>
          <p:cNvPicPr>
            <a:picLocks noChangeAspect="1"/>
          </p:cNvPicPr>
          <p:nvPr/>
        </p:nvPicPr>
        <p:blipFill>
          <a:blip r:embed="rId2"/>
          <a:stretch>
            <a:fillRect/>
          </a:stretch>
        </p:blipFill>
        <p:spPr>
          <a:xfrm>
            <a:off x="5308131" y="847344"/>
            <a:ext cx="6216023" cy="2590800"/>
          </a:xfrm>
          <a:prstGeom prst="rect">
            <a:avLst/>
          </a:prstGeom>
        </p:spPr>
      </p:pic>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32: Profilers for HPF2cTim1LPF5c.bmp</a:t>
            </a:r>
            <a:endParaRPr lang="en-IL" sz="1100" dirty="0"/>
          </a:p>
          <a:p>
            <a:pPr marL="0" indent="0" algn="ctr">
              <a:buNone/>
            </a:pPr>
            <a:endParaRPr lang="en-IL" sz="1100" dirty="0"/>
          </a:p>
        </p:txBody>
      </p:sp>
      <p:pic>
        <p:nvPicPr>
          <p:cNvPr id="3" name="תמונה 6">
            <a:extLst>
              <a:ext uri="{FF2B5EF4-FFF2-40B4-BE49-F238E27FC236}">
                <a16:creationId xmlns:a16="http://schemas.microsoft.com/office/drawing/2014/main" id="{D0EC682C-319E-E582-4DDC-1F441907DF38}"/>
              </a:ext>
            </a:extLst>
          </p:cNvPr>
          <p:cNvPicPr>
            <a:picLocks noChangeAspect="1"/>
          </p:cNvPicPr>
          <p:nvPr/>
        </p:nvPicPr>
        <p:blipFill>
          <a:blip r:embed="rId3"/>
          <a:stretch>
            <a:fillRect/>
          </a:stretch>
        </p:blipFill>
        <p:spPr>
          <a:xfrm>
            <a:off x="5308130" y="3835855"/>
            <a:ext cx="6216024" cy="2584457"/>
          </a:xfrm>
          <a:prstGeom prst="rect">
            <a:avLst/>
          </a:prstGeom>
        </p:spPr>
      </p:pic>
    </p:spTree>
    <p:extLst>
      <p:ext uri="{BB962C8B-B14F-4D97-AF65-F5344CB8AC3E}">
        <p14:creationId xmlns:p14="http://schemas.microsoft.com/office/powerpoint/2010/main" val="945260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50024" y="1135191"/>
            <a:ext cx="4633168" cy="4351209"/>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Tim1LPF7c.bmp (Fig 33).</a:t>
            </a:r>
          </a:p>
          <a:p>
            <a:pPr algn="l" fontAlgn="base"/>
            <a:r>
              <a:rPr lang="en-US" sz="1800" dirty="0"/>
              <a:t>The result is shown in Figure 34. </a:t>
            </a:r>
          </a:p>
          <a:p>
            <a:pPr algn="l" fontAlgn="base"/>
            <a:r>
              <a:rPr lang="en-US" sz="1800" dirty="0"/>
              <a:t>Looking at Figure 34, the sharpened image has a wider range of pixel values.</a:t>
            </a:r>
          </a:p>
          <a:p>
            <a:pPr algn="l" fontAlgn="base"/>
            <a:r>
              <a:rPr lang="en-US" sz="1800" dirty="0"/>
              <a:t>In the blurry image, the second smallest text is unreadable. But in the sharpened image, it becomes readable. </a:t>
            </a:r>
          </a:p>
          <a:p>
            <a:pPr algn="l" fontAlgn="base"/>
            <a:r>
              <a:rPr lang="en-US" sz="1800" dirty="0"/>
              <a:t>Nonetheless, even after sharpening, the smallest font remains unreadable.</a:t>
            </a:r>
          </a:p>
          <a:p>
            <a:pPr fontAlgn="base"/>
            <a:r>
              <a:rPr lang="en-US" sz="1800" dirty="0"/>
              <a:t>The results in Figures 32 and 34 are very similar because the only distinction is the size of the Low Pass Filters (LPFs), which are essentially the same except for their sizes.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33: Profilers for Tim1LPF7c.bmp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34: Profilers for HPF2cTim1LPF7c.bmp</a:t>
            </a:r>
            <a:endParaRPr lang="en-IL" sz="1100" dirty="0"/>
          </a:p>
          <a:p>
            <a:pPr marL="0" indent="0" algn="ctr">
              <a:buNone/>
            </a:pPr>
            <a:endParaRPr lang="en-IL" sz="1100" dirty="0"/>
          </a:p>
        </p:txBody>
      </p:sp>
      <p:pic>
        <p:nvPicPr>
          <p:cNvPr id="3" name="תמונה 6">
            <a:extLst>
              <a:ext uri="{FF2B5EF4-FFF2-40B4-BE49-F238E27FC236}">
                <a16:creationId xmlns:a16="http://schemas.microsoft.com/office/drawing/2014/main" id="{5A74F5F5-B93F-7C3A-14DC-94B45A2F5C24}"/>
              </a:ext>
            </a:extLst>
          </p:cNvPr>
          <p:cNvPicPr>
            <a:picLocks noChangeAspect="1"/>
          </p:cNvPicPr>
          <p:nvPr/>
        </p:nvPicPr>
        <p:blipFill>
          <a:blip r:embed="rId2"/>
          <a:stretch>
            <a:fillRect/>
          </a:stretch>
        </p:blipFill>
        <p:spPr>
          <a:xfrm>
            <a:off x="5411168" y="900565"/>
            <a:ext cx="6179407" cy="2557811"/>
          </a:xfrm>
          <a:prstGeom prst="rect">
            <a:avLst/>
          </a:prstGeom>
        </p:spPr>
      </p:pic>
      <p:pic>
        <p:nvPicPr>
          <p:cNvPr id="4" name="תמונה 6">
            <a:extLst>
              <a:ext uri="{FF2B5EF4-FFF2-40B4-BE49-F238E27FC236}">
                <a16:creationId xmlns:a16="http://schemas.microsoft.com/office/drawing/2014/main" id="{984C3043-973C-EFE4-3765-61C936994986}"/>
              </a:ext>
            </a:extLst>
          </p:cNvPr>
          <p:cNvPicPr>
            <a:picLocks noChangeAspect="1"/>
          </p:cNvPicPr>
          <p:nvPr/>
        </p:nvPicPr>
        <p:blipFill>
          <a:blip r:embed="rId3"/>
          <a:stretch>
            <a:fillRect/>
          </a:stretch>
        </p:blipFill>
        <p:spPr>
          <a:xfrm>
            <a:off x="5411168" y="3847218"/>
            <a:ext cx="6179407" cy="2561731"/>
          </a:xfrm>
          <a:prstGeom prst="rect">
            <a:avLst/>
          </a:prstGeom>
        </p:spPr>
      </p:pic>
    </p:spTree>
    <p:extLst>
      <p:ext uri="{BB962C8B-B14F-4D97-AF65-F5344CB8AC3E}">
        <p14:creationId xmlns:p14="http://schemas.microsoft.com/office/powerpoint/2010/main" val="3797299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1258825"/>
            <a:ext cx="4633168" cy="324916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Tim1LPFf.bmp (Fig 35).</a:t>
            </a:r>
          </a:p>
          <a:p>
            <a:pPr algn="l" fontAlgn="base"/>
            <a:r>
              <a:rPr lang="en-US" sz="1800" dirty="0"/>
              <a:t>The result is shown in Figure 36. </a:t>
            </a:r>
          </a:p>
          <a:p>
            <a:pPr algn="l" fontAlgn="base"/>
            <a:r>
              <a:rPr lang="en-US" sz="1800" dirty="0"/>
              <a:t>Looking at Figure 36, we notice a wider range of pixel values.</a:t>
            </a:r>
          </a:p>
          <a:p>
            <a:pPr algn="l" fontAlgn="base"/>
            <a:r>
              <a:rPr lang="en-US" sz="1800" dirty="0"/>
              <a:t>In the blurry image, the third smallest text is unreadable. But in the sharpened image, it becomes barely readable. </a:t>
            </a:r>
          </a:p>
          <a:p>
            <a:pPr algn="l" fontAlgn="base"/>
            <a:r>
              <a:rPr lang="en-US" sz="1800" dirty="0"/>
              <a:t>The two smallest text lines are still unreadable in the sharpened version. </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35: Profilers for Tim1LPFf.bmp</a:t>
            </a: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36: Profilers for HPF2cTim1LPFf.bmp</a:t>
            </a:r>
            <a:endParaRPr lang="en-IL" sz="1100" dirty="0"/>
          </a:p>
        </p:txBody>
      </p:sp>
      <p:pic>
        <p:nvPicPr>
          <p:cNvPr id="4" name="תמונה 2">
            <a:extLst>
              <a:ext uri="{FF2B5EF4-FFF2-40B4-BE49-F238E27FC236}">
                <a16:creationId xmlns:a16="http://schemas.microsoft.com/office/drawing/2014/main" id="{7460C51A-B47D-13B7-795F-0270B3ACFDB6}"/>
              </a:ext>
            </a:extLst>
          </p:cNvPr>
          <p:cNvPicPr>
            <a:picLocks noChangeAspect="1"/>
          </p:cNvPicPr>
          <p:nvPr/>
        </p:nvPicPr>
        <p:blipFill>
          <a:blip r:embed="rId2"/>
          <a:stretch>
            <a:fillRect/>
          </a:stretch>
        </p:blipFill>
        <p:spPr>
          <a:xfrm>
            <a:off x="5394960" y="900565"/>
            <a:ext cx="6211824" cy="2584690"/>
          </a:xfrm>
          <a:prstGeom prst="rect">
            <a:avLst/>
          </a:prstGeom>
        </p:spPr>
      </p:pic>
      <p:pic>
        <p:nvPicPr>
          <p:cNvPr id="7" name="Picture 6">
            <a:extLst>
              <a:ext uri="{FF2B5EF4-FFF2-40B4-BE49-F238E27FC236}">
                <a16:creationId xmlns:a16="http://schemas.microsoft.com/office/drawing/2014/main" id="{0CB6405D-5838-7445-7C78-862CE3499347}"/>
              </a:ext>
            </a:extLst>
          </p:cNvPr>
          <p:cNvPicPr>
            <a:picLocks noChangeAspect="1"/>
          </p:cNvPicPr>
          <p:nvPr/>
        </p:nvPicPr>
        <p:blipFill>
          <a:blip r:embed="rId3"/>
          <a:stretch>
            <a:fillRect/>
          </a:stretch>
        </p:blipFill>
        <p:spPr>
          <a:xfrm>
            <a:off x="5381414" y="3840498"/>
            <a:ext cx="6238915" cy="2575171"/>
          </a:xfrm>
          <a:prstGeom prst="rect">
            <a:avLst/>
          </a:prstGeom>
        </p:spPr>
      </p:pic>
    </p:spTree>
    <p:extLst>
      <p:ext uri="{BB962C8B-B14F-4D97-AF65-F5344CB8AC3E}">
        <p14:creationId xmlns:p14="http://schemas.microsoft.com/office/powerpoint/2010/main" val="2024109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1258824"/>
            <a:ext cx="4852328" cy="418185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(in the frequency domain) on the blurred image Tim1LPF5c.bmp (Fig 37).</a:t>
            </a:r>
          </a:p>
          <a:p>
            <a:pPr algn="l" fontAlgn="base"/>
            <a:r>
              <a:rPr lang="en-US" sz="1800" dirty="0"/>
              <a:t>The result is shown in Figure 38. </a:t>
            </a:r>
          </a:p>
          <a:p>
            <a:pPr algn="l" fontAlgn="base"/>
            <a:r>
              <a:rPr lang="en-US" sz="1800" dirty="0"/>
              <a:t>Looking at Figure 38, there are noticeable and swift changes in values.</a:t>
            </a:r>
          </a:p>
          <a:p>
            <a:pPr algn="l" fontAlgn="base"/>
            <a:r>
              <a:rPr lang="en-US" sz="1800" dirty="0"/>
              <a:t>The two smallest lines are unreadable in the blurry image. The smallest line remains unreadable in the sharpened image, but the second line is slightly readable in the resulted image.</a:t>
            </a:r>
          </a:p>
          <a:p>
            <a:pPr algn="l" fontAlgn="base"/>
            <a:r>
              <a:rPr lang="en-US" sz="1800" dirty="0"/>
              <a:t>The pixel values along the figure's border change due to the HPF's edge detection.</a:t>
            </a:r>
          </a:p>
          <a:p>
            <a:pPr algn="l" fontAlgn="base"/>
            <a:r>
              <a:rPr lang="en-US" sz="1800" dirty="0"/>
              <a:t>The HPF detects edges because the border contrasts black against a white background.</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37: Profilers for Tim1LPF5c.bmp</a:t>
            </a:r>
            <a:endParaRPr lang="en-IL" sz="1100" dirty="0"/>
          </a:p>
        </p:txBody>
      </p:sp>
      <p:pic>
        <p:nvPicPr>
          <p:cNvPr id="4" name="תמונה 7">
            <a:extLst>
              <a:ext uri="{FF2B5EF4-FFF2-40B4-BE49-F238E27FC236}">
                <a16:creationId xmlns:a16="http://schemas.microsoft.com/office/drawing/2014/main" id="{6E8A4CD6-4BAF-E874-E8AF-725BFF6A3DB2}"/>
              </a:ext>
            </a:extLst>
          </p:cNvPr>
          <p:cNvPicPr>
            <a:picLocks noChangeAspect="1"/>
          </p:cNvPicPr>
          <p:nvPr/>
        </p:nvPicPr>
        <p:blipFill>
          <a:blip r:embed="rId2"/>
          <a:stretch>
            <a:fillRect/>
          </a:stretch>
        </p:blipFill>
        <p:spPr>
          <a:xfrm>
            <a:off x="5308131" y="847344"/>
            <a:ext cx="6216023" cy="2590800"/>
          </a:xfrm>
          <a:prstGeom prst="rect">
            <a:avLst/>
          </a:prstGeom>
        </p:spPr>
      </p:pic>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38: Profilers for HPFfTim1LPF5c.bmp</a:t>
            </a:r>
            <a:endParaRPr lang="en-IL" sz="1100" dirty="0"/>
          </a:p>
        </p:txBody>
      </p:sp>
      <p:pic>
        <p:nvPicPr>
          <p:cNvPr id="7" name="Picture 6">
            <a:extLst>
              <a:ext uri="{FF2B5EF4-FFF2-40B4-BE49-F238E27FC236}">
                <a16:creationId xmlns:a16="http://schemas.microsoft.com/office/drawing/2014/main" id="{1F0E550E-B79C-E830-3E34-2C000FD0C3F2}"/>
              </a:ext>
            </a:extLst>
          </p:cNvPr>
          <p:cNvPicPr>
            <a:picLocks noChangeAspect="1"/>
          </p:cNvPicPr>
          <p:nvPr/>
        </p:nvPicPr>
        <p:blipFill>
          <a:blip r:embed="rId3"/>
          <a:stretch>
            <a:fillRect/>
          </a:stretch>
        </p:blipFill>
        <p:spPr>
          <a:xfrm>
            <a:off x="5282031" y="3838506"/>
            <a:ext cx="6242123" cy="2574516"/>
          </a:xfrm>
          <a:prstGeom prst="rect">
            <a:avLst/>
          </a:prstGeom>
        </p:spPr>
      </p:pic>
    </p:spTree>
    <p:extLst>
      <p:ext uri="{BB962C8B-B14F-4D97-AF65-F5344CB8AC3E}">
        <p14:creationId xmlns:p14="http://schemas.microsoft.com/office/powerpoint/2010/main" val="3106959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34629A-2D42-7DA6-6337-1CBA0037374F}"/>
              </a:ext>
            </a:extLst>
          </p:cNvPr>
          <p:cNvPicPr>
            <a:picLocks noChangeAspect="1"/>
          </p:cNvPicPr>
          <p:nvPr/>
        </p:nvPicPr>
        <p:blipFill>
          <a:blip r:embed="rId2"/>
          <a:stretch>
            <a:fillRect/>
          </a:stretch>
        </p:blipFill>
        <p:spPr>
          <a:xfrm>
            <a:off x="5411967" y="3843659"/>
            <a:ext cx="6178608" cy="2557811"/>
          </a:xfrm>
          <a:prstGeom prst="rect">
            <a:avLst/>
          </a:prstGeom>
        </p:spPr>
      </p:pic>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1258823"/>
            <a:ext cx="4633168" cy="538645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on the blurred image Tim1LPF7c.bmp (Fig 39).</a:t>
            </a:r>
          </a:p>
          <a:p>
            <a:pPr algn="l" fontAlgn="base"/>
            <a:r>
              <a:rPr lang="en-US" sz="1800" dirty="0"/>
              <a:t>The result is shown in Figure 40. </a:t>
            </a:r>
          </a:p>
          <a:p>
            <a:pPr algn="l" fontAlgn="base"/>
            <a:r>
              <a:rPr lang="en-US" sz="1800" dirty="0"/>
              <a:t>Looking at Figure 40, there are noticeable and swift changes in values.</a:t>
            </a:r>
          </a:p>
          <a:p>
            <a:pPr algn="l" fontAlgn="base"/>
            <a:r>
              <a:rPr lang="en-US" sz="1800" dirty="0"/>
              <a:t>The two smallest lines are unreadable in the blurry image. The smallest line remains unreadable in the sharpened image, but the second line is slightly readable in the resulted image.</a:t>
            </a:r>
          </a:p>
          <a:p>
            <a:pPr algn="l" fontAlgn="base"/>
            <a:r>
              <a:rPr lang="en-US" sz="1800" dirty="0"/>
              <a:t>The pixel values along the figure's border change due to the HPF's edge detection.</a:t>
            </a:r>
          </a:p>
          <a:p>
            <a:pPr algn="l" fontAlgn="base"/>
            <a:r>
              <a:rPr lang="en-US" sz="1800" dirty="0"/>
              <a:t>The HPF detects edges because the border contrasts black against a white background</a:t>
            </a:r>
          </a:p>
          <a:p>
            <a:pPr fontAlgn="base"/>
            <a:r>
              <a:rPr lang="en-US" sz="1800" dirty="0"/>
              <a:t>The results in Figures 38 and 40 are very similar because the only distinction is the size of the Low Pass Filters (LPFs), which are essentially the same except for their sizes.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39: Profilers for Tim1LPF7c.bmp</a:t>
            </a: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40: Profilers for HPFfTim1LPF7c.bmp</a:t>
            </a:r>
            <a:endParaRPr lang="en-IL" sz="1100" dirty="0"/>
          </a:p>
        </p:txBody>
      </p:sp>
      <p:pic>
        <p:nvPicPr>
          <p:cNvPr id="3" name="תמונה 6">
            <a:extLst>
              <a:ext uri="{FF2B5EF4-FFF2-40B4-BE49-F238E27FC236}">
                <a16:creationId xmlns:a16="http://schemas.microsoft.com/office/drawing/2014/main" id="{5A74F5F5-B93F-7C3A-14DC-94B45A2F5C24}"/>
              </a:ext>
            </a:extLst>
          </p:cNvPr>
          <p:cNvPicPr>
            <a:picLocks noChangeAspect="1"/>
          </p:cNvPicPr>
          <p:nvPr/>
        </p:nvPicPr>
        <p:blipFill>
          <a:blip r:embed="rId3"/>
          <a:stretch>
            <a:fillRect/>
          </a:stretch>
        </p:blipFill>
        <p:spPr>
          <a:xfrm>
            <a:off x="5411168" y="900565"/>
            <a:ext cx="6179407" cy="2557811"/>
          </a:xfrm>
          <a:prstGeom prst="rect">
            <a:avLst/>
          </a:prstGeom>
        </p:spPr>
      </p:pic>
    </p:spTree>
    <p:extLst>
      <p:ext uri="{BB962C8B-B14F-4D97-AF65-F5344CB8AC3E}">
        <p14:creationId xmlns:p14="http://schemas.microsoft.com/office/powerpoint/2010/main" val="3359476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965B94-3EB0-E0F6-75DF-8415A1522448}"/>
              </a:ext>
            </a:extLst>
          </p:cNvPr>
          <p:cNvPicPr>
            <a:picLocks noChangeAspect="1"/>
          </p:cNvPicPr>
          <p:nvPr/>
        </p:nvPicPr>
        <p:blipFill>
          <a:blip r:embed="rId2"/>
          <a:stretch>
            <a:fillRect/>
          </a:stretch>
        </p:blipFill>
        <p:spPr>
          <a:xfrm>
            <a:off x="5394961" y="3834166"/>
            <a:ext cx="6211824" cy="2581909"/>
          </a:xfrm>
          <a:prstGeom prst="rect">
            <a:avLst/>
          </a:prstGeom>
        </p:spPr>
      </p:pic>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MP2.16.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158584" y="867457"/>
            <a:ext cx="4907192" cy="539618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on the blurred image Tim1LPFf.bmp (Fig 41). the result is shown in Figure 42. </a:t>
            </a:r>
          </a:p>
          <a:p>
            <a:pPr algn="l" fontAlgn="base"/>
            <a:r>
              <a:rPr lang="en-US" sz="1800" dirty="0"/>
              <a:t>Inspection in the row viewer of Figure 42 reveals more significant and rapid changes in the values.</a:t>
            </a:r>
          </a:p>
          <a:p>
            <a:pPr algn="l" fontAlgn="base"/>
            <a:r>
              <a:rPr lang="en-US" sz="1800" dirty="0"/>
              <a:t>The high-pass filter (HPF) in the frequency domain (FD) is applied after the low-pass filter (LPF) in the FD. These filters act as inverses, aiming for nearly perfect restoration.</a:t>
            </a:r>
          </a:p>
          <a:p>
            <a:pPr fontAlgn="base"/>
            <a:r>
              <a:rPr lang="en-US" sz="1800" dirty="0"/>
              <a:t>The HPF detects edges because the border contrasts black against a white background</a:t>
            </a:r>
          </a:p>
          <a:p>
            <a:pPr algn="l" fontAlgn="base"/>
            <a:r>
              <a:rPr lang="en-US" sz="1800" dirty="0"/>
              <a:t>The darker appearance of the background in the resulting image after applying a Gaussian LPF is primarily due to the blurring effect, which reduces contrast and can lead to the loss of high-frequency information contributing to the background's brightness.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6551678" y="3520741"/>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41: Profilers for Tim1LPFf.bmp</a:t>
            </a: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6551678" y="6500259"/>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42: Profilers for HPFfTim1LPFf.bmp</a:t>
            </a:r>
            <a:endParaRPr lang="en-IL" sz="1100" dirty="0"/>
          </a:p>
        </p:txBody>
      </p:sp>
      <p:pic>
        <p:nvPicPr>
          <p:cNvPr id="4" name="תמונה 2">
            <a:extLst>
              <a:ext uri="{FF2B5EF4-FFF2-40B4-BE49-F238E27FC236}">
                <a16:creationId xmlns:a16="http://schemas.microsoft.com/office/drawing/2014/main" id="{7460C51A-B47D-13B7-795F-0270B3ACFDB6}"/>
              </a:ext>
            </a:extLst>
          </p:cNvPr>
          <p:cNvPicPr>
            <a:picLocks noChangeAspect="1"/>
          </p:cNvPicPr>
          <p:nvPr/>
        </p:nvPicPr>
        <p:blipFill>
          <a:blip r:embed="rId3"/>
          <a:stretch>
            <a:fillRect/>
          </a:stretch>
        </p:blipFill>
        <p:spPr>
          <a:xfrm>
            <a:off x="5394960" y="900565"/>
            <a:ext cx="6211824" cy="2584690"/>
          </a:xfrm>
          <a:prstGeom prst="rect">
            <a:avLst/>
          </a:prstGeom>
        </p:spPr>
      </p:pic>
    </p:spTree>
    <p:extLst>
      <p:ext uri="{BB962C8B-B14F-4D97-AF65-F5344CB8AC3E}">
        <p14:creationId xmlns:p14="http://schemas.microsoft.com/office/powerpoint/2010/main" val="1454464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2237D34-49F2-8303-C080-A1F5EB967ED5}"/>
              </a:ext>
            </a:extLst>
          </p:cNvPr>
          <p:cNvSpPr>
            <a:spLocks noGrp="1"/>
          </p:cNvSpPr>
          <p:nvPr>
            <p:ph type="title"/>
          </p:nvPr>
        </p:nvSpPr>
        <p:spPr>
          <a:xfrm>
            <a:off x="89140" y="87592"/>
            <a:ext cx="11325620" cy="564051"/>
          </a:xfrm>
        </p:spPr>
        <p:txBody>
          <a:bodyPr vert="horz" lIns="91440" tIns="45720" rIns="91440" bIns="45720" rtlCol="0" anchor="ctr">
            <a:noAutofit/>
          </a:bodyPr>
          <a:lstStyle/>
          <a:p>
            <a:r>
              <a:rPr lang="en-US" sz="3600" b="1" dirty="0"/>
              <a:t>MP2.16. Restore Blurred Images – Discussion</a:t>
            </a:r>
            <a:endParaRPr lang="en-IL" sz="3600" b="1" dirty="0"/>
          </a:p>
        </p:txBody>
      </p:sp>
      <p:graphicFrame>
        <p:nvGraphicFramePr>
          <p:cNvPr id="12" name="Table 11">
            <a:extLst>
              <a:ext uri="{FF2B5EF4-FFF2-40B4-BE49-F238E27FC236}">
                <a16:creationId xmlns:a16="http://schemas.microsoft.com/office/drawing/2014/main" id="{411DA014-E46D-A69F-F487-D97569428099}"/>
              </a:ext>
            </a:extLst>
          </p:cNvPr>
          <p:cNvGraphicFramePr>
            <a:graphicFrameLocks noGrp="1"/>
          </p:cNvGraphicFramePr>
          <p:nvPr>
            <p:extLst>
              <p:ext uri="{D42A27DB-BD31-4B8C-83A1-F6EECF244321}">
                <p14:modId xmlns:p14="http://schemas.microsoft.com/office/powerpoint/2010/main" val="176659823"/>
              </p:ext>
            </p:extLst>
          </p:nvPr>
        </p:nvGraphicFramePr>
        <p:xfrm>
          <a:off x="89140" y="774931"/>
          <a:ext cx="9393188" cy="5995477"/>
        </p:xfrm>
        <a:graphic>
          <a:graphicData uri="http://schemas.openxmlformats.org/drawingml/2006/table">
            <a:tbl>
              <a:tblPr firstRow="1" bandRow="1">
                <a:tableStyleId>{5C22544A-7EE6-4342-B048-85BDC9FD1C3A}</a:tableStyleId>
              </a:tblPr>
              <a:tblGrid>
                <a:gridCol w="779540">
                  <a:extLst>
                    <a:ext uri="{9D8B030D-6E8A-4147-A177-3AD203B41FA5}">
                      <a16:colId xmlns:a16="http://schemas.microsoft.com/office/drawing/2014/main" val="3777020722"/>
                    </a:ext>
                  </a:extLst>
                </a:gridCol>
                <a:gridCol w="2148840">
                  <a:extLst>
                    <a:ext uri="{9D8B030D-6E8A-4147-A177-3AD203B41FA5}">
                      <a16:colId xmlns:a16="http://schemas.microsoft.com/office/drawing/2014/main" val="1104267297"/>
                    </a:ext>
                  </a:extLst>
                </a:gridCol>
                <a:gridCol w="2145030">
                  <a:extLst>
                    <a:ext uri="{9D8B030D-6E8A-4147-A177-3AD203B41FA5}">
                      <a16:colId xmlns:a16="http://schemas.microsoft.com/office/drawing/2014/main" val="3201573935"/>
                    </a:ext>
                  </a:extLst>
                </a:gridCol>
                <a:gridCol w="2190750">
                  <a:extLst>
                    <a:ext uri="{9D8B030D-6E8A-4147-A177-3AD203B41FA5}">
                      <a16:colId xmlns:a16="http://schemas.microsoft.com/office/drawing/2014/main" val="2884081828"/>
                    </a:ext>
                  </a:extLst>
                </a:gridCol>
                <a:gridCol w="2129028">
                  <a:extLst>
                    <a:ext uri="{9D8B030D-6E8A-4147-A177-3AD203B41FA5}">
                      <a16:colId xmlns:a16="http://schemas.microsoft.com/office/drawing/2014/main" val="3119956388"/>
                    </a:ext>
                  </a:extLst>
                </a:gridCol>
              </a:tblGrid>
              <a:tr h="938800">
                <a:tc>
                  <a:txBody>
                    <a:bodyPr/>
                    <a:lstStyle/>
                    <a:p>
                      <a:pPr algn="ctr"/>
                      <a:r>
                        <a:rPr lang="en-US" dirty="0"/>
                        <a:t>HPF Used</a:t>
                      </a:r>
                      <a:endParaRPr lang="en-IL" dirty="0"/>
                    </a:p>
                  </a:txBody>
                  <a:tcPr anchor="ctr"/>
                </a:tc>
                <a:tc>
                  <a:txBody>
                    <a:bodyPr/>
                    <a:lstStyle/>
                    <a:p>
                      <a:pPr algn="ctr"/>
                      <a:r>
                        <a:rPr lang="en-US" dirty="0"/>
                        <a:t>Original Image</a:t>
                      </a:r>
                      <a:endParaRPr lang="en-IL" dirty="0"/>
                    </a:p>
                  </a:txBody>
                  <a:tcPr anchor="ctr"/>
                </a:tc>
                <a:tc>
                  <a:txBody>
                    <a:bodyPr/>
                    <a:lstStyle/>
                    <a:p>
                      <a:pPr algn="ctr"/>
                      <a:r>
                        <a:rPr lang="en-US" dirty="0"/>
                        <a:t>Restored Blurred Image (After LPF5c)</a:t>
                      </a:r>
                      <a:endParaRPr lang="en-IL"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Restored Blurred Image (After LPF7c)</a:t>
                      </a:r>
                      <a:endParaRPr lang="en-IL"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Restored Blurred Image (After </a:t>
                      </a:r>
                      <a:r>
                        <a:rPr lang="en-US" dirty="0" err="1"/>
                        <a:t>LPFf</a:t>
                      </a:r>
                      <a:r>
                        <a:rPr lang="en-US" dirty="0"/>
                        <a:t>)</a:t>
                      </a:r>
                      <a:endParaRPr lang="en-IL" dirty="0"/>
                    </a:p>
                  </a:txBody>
                  <a:tcPr anchor="ctr"/>
                </a:tc>
                <a:extLst>
                  <a:ext uri="{0D108BD9-81ED-4DB2-BD59-A6C34878D82A}">
                    <a16:rowId xmlns:a16="http://schemas.microsoft.com/office/drawing/2014/main" val="298331696"/>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HPF1c</a:t>
                      </a:r>
                      <a:endParaRPr lang="en-IL" b="1" dirty="0"/>
                    </a:p>
                    <a:p>
                      <a:pPr algn="ct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2144843842"/>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HPF2c</a:t>
                      </a: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3187331222"/>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err="1"/>
                        <a:t>HPFf</a:t>
                      </a: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284501854"/>
                  </a:ext>
                </a:extLst>
              </a:tr>
            </a:tbl>
          </a:graphicData>
        </a:graphic>
      </p:graphicFrame>
      <p:sp>
        <p:nvSpPr>
          <p:cNvPr id="2" name="Content Placeholder 9">
            <a:extLst>
              <a:ext uri="{FF2B5EF4-FFF2-40B4-BE49-F238E27FC236}">
                <a16:creationId xmlns:a16="http://schemas.microsoft.com/office/drawing/2014/main" id="{108810C5-1C00-06F1-3334-55E3F9F1823B}"/>
              </a:ext>
            </a:extLst>
          </p:cNvPr>
          <p:cNvSpPr txBox="1">
            <a:spLocks/>
          </p:cNvSpPr>
          <p:nvPr/>
        </p:nvSpPr>
        <p:spPr>
          <a:xfrm>
            <a:off x="9517379" y="533362"/>
            <a:ext cx="2547380" cy="606174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Filter HPF2c produces a sharpened image, but with a smoother results compared to Filter HPF1c.</a:t>
            </a:r>
          </a:p>
          <a:p>
            <a:r>
              <a:rPr lang="en-US" sz="1600" dirty="0"/>
              <a:t>The results of restored blurred images after LPF5c and LPF7c (Figs 44-45 for example) are very similar because the only distinction is the size of the Low Pass Filters (LPFs), which are essentially the same except for their sizes.</a:t>
            </a:r>
          </a:p>
          <a:p>
            <a:r>
              <a:rPr lang="en-US" sz="1600" dirty="0"/>
              <a:t>The darker appearance of the background in the resulting image after applying a Gaussian LPF is primarily due to the blurring effect, which reduces contrast and can lead to the loss of high-frequency information contributing to the background's brightness.</a:t>
            </a:r>
          </a:p>
        </p:txBody>
      </p:sp>
      <p:pic>
        <p:nvPicPr>
          <p:cNvPr id="6" name="Picture 5" descr="A close-up of a phone number&#10;&#10;Description automatically generated">
            <a:extLst>
              <a:ext uri="{FF2B5EF4-FFF2-40B4-BE49-F238E27FC236}">
                <a16:creationId xmlns:a16="http://schemas.microsoft.com/office/drawing/2014/main" id="{20CFD050-5EC3-3596-FFB1-1D1F83A8FA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586" y="1737359"/>
            <a:ext cx="2086358" cy="1564769"/>
          </a:xfrm>
          <a:prstGeom prst="rect">
            <a:avLst/>
          </a:prstGeom>
        </p:spPr>
      </p:pic>
      <p:pic>
        <p:nvPicPr>
          <p:cNvPr id="21" name="Picture 20" descr="A close-up of a phone number&#10;&#10;Description automatically generated">
            <a:extLst>
              <a:ext uri="{FF2B5EF4-FFF2-40B4-BE49-F238E27FC236}">
                <a16:creationId xmlns:a16="http://schemas.microsoft.com/office/drawing/2014/main" id="{3D1284BC-C466-6A66-F02E-F9EB64AC8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586" y="3425414"/>
            <a:ext cx="2086358" cy="1564769"/>
          </a:xfrm>
          <a:prstGeom prst="rect">
            <a:avLst/>
          </a:prstGeom>
        </p:spPr>
      </p:pic>
      <p:pic>
        <p:nvPicPr>
          <p:cNvPr id="22" name="Picture 21" descr="A close-up of a phone number&#10;&#10;Description automatically generated">
            <a:extLst>
              <a:ext uri="{FF2B5EF4-FFF2-40B4-BE49-F238E27FC236}">
                <a16:creationId xmlns:a16="http://schemas.microsoft.com/office/drawing/2014/main" id="{1FCDE57E-B5EA-BD81-6816-B555D25B4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585" y="5113469"/>
            <a:ext cx="2086358" cy="1564769"/>
          </a:xfrm>
          <a:prstGeom prst="rect">
            <a:avLst/>
          </a:prstGeom>
        </p:spPr>
      </p:pic>
      <p:sp>
        <p:nvSpPr>
          <p:cNvPr id="44" name="Content Placeholder 9">
            <a:extLst>
              <a:ext uri="{FF2B5EF4-FFF2-40B4-BE49-F238E27FC236}">
                <a16:creationId xmlns:a16="http://schemas.microsoft.com/office/drawing/2014/main" id="{0B4F96CA-5754-0B35-E9AA-5FD40B1A516F}"/>
              </a:ext>
            </a:extLst>
          </p:cNvPr>
          <p:cNvSpPr txBox="1">
            <a:spLocks/>
          </p:cNvSpPr>
          <p:nvPr/>
        </p:nvSpPr>
        <p:spPr>
          <a:xfrm>
            <a:off x="1127461"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43: Tim1.bmp</a:t>
            </a:r>
            <a:endParaRPr lang="en-IL" sz="1000" dirty="0"/>
          </a:p>
          <a:p>
            <a:pPr marL="0" indent="0" algn="ctr">
              <a:buNone/>
            </a:pPr>
            <a:endParaRPr lang="en-IL" sz="1000" dirty="0"/>
          </a:p>
        </p:txBody>
      </p:sp>
      <p:sp>
        <p:nvSpPr>
          <p:cNvPr id="45" name="Content Placeholder 9">
            <a:extLst>
              <a:ext uri="{FF2B5EF4-FFF2-40B4-BE49-F238E27FC236}">
                <a16:creationId xmlns:a16="http://schemas.microsoft.com/office/drawing/2014/main" id="{7DE01999-AD7F-B7EA-6D4F-232DC555287D}"/>
              </a:ext>
            </a:extLst>
          </p:cNvPr>
          <p:cNvSpPr txBox="1">
            <a:spLocks/>
          </p:cNvSpPr>
          <p:nvPr/>
        </p:nvSpPr>
        <p:spPr>
          <a:xfrm>
            <a:off x="1127461"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47: Tim1.bmp</a:t>
            </a:r>
            <a:endParaRPr lang="en-IL" sz="1000" dirty="0"/>
          </a:p>
        </p:txBody>
      </p:sp>
      <p:sp>
        <p:nvSpPr>
          <p:cNvPr id="46" name="Content Placeholder 9">
            <a:extLst>
              <a:ext uri="{FF2B5EF4-FFF2-40B4-BE49-F238E27FC236}">
                <a16:creationId xmlns:a16="http://schemas.microsoft.com/office/drawing/2014/main" id="{A54398BC-1E5E-5006-1287-D0701BCEADD2}"/>
              </a:ext>
            </a:extLst>
          </p:cNvPr>
          <p:cNvSpPr txBox="1">
            <a:spLocks/>
          </p:cNvSpPr>
          <p:nvPr/>
        </p:nvSpPr>
        <p:spPr>
          <a:xfrm>
            <a:off x="1127461"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51: Tim1.bmp</a:t>
            </a:r>
            <a:endParaRPr lang="en-IL" sz="1000" dirty="0"/>
          </a:p>
        </p:txBody>
      </p:sp>
      <p:pic>
        <p:nvPicPr>
          <p:cNvPr id="55" name="Picture 54" descr="A white background with black text&#10;&#10;Description automatically generated">
            <a:extLst>
              <a:ext uri="{FF2B5EF4-FFF2-40B4-BE49-F238E27FC236}">
                <a16:creationId xmlns:a16="http://schemas.microsoft.com/office/drawing/2014/main" id="{08F3BC34-BBC5-012D-D0A8-88787515A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4186" y="1737358"/>
            <a:ext cx="2086357" cy="1564768"/>
          </a:xfrm>
          <a:prstGeom prst="rect">
            <a:avLst/>
          </a:prstGeom>
        </p:spPr>
      </p:pic>
      <p:sp>
        <p:nvSpPr>
          <p:cNvPr id="41" name="Content Placeholder 9">
            <a:extLst>
              <a:ext uri="{FF2B5EF4-FFF2-40B4-BE49-F238E27FC236}">
                <a16:creationId xmlns:a16="http://schemas.microsoft.com/office/drawing/2014/main" id="{5E8BF430-B5A9-6719-21D6-589E66FD11B8}"/>
              </a:ext>
            </a:extLst>
          </p:cNvPr>
          <p:cNvSpPr txBox="1">
            <a:spLocks/>
          </p:cNvSpPr>
          <p:nvPr/>
        </p:nvSpPr>
        <p:spPr>
          <a:xfrm>
            <a:off x="3213820"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44: HPF1cTim1LPF5c.bmp</a:t>
            </a:r>
            <a:endParaRPr lang="en-IL" sz="1000" dirty="0"/>
          </a:p>
          <a:p>
            <a:pPr marL="0" indent="0" algn="ctr">
              <a:buNone/>
            </a:pPr>
            <a:endParaRPr lang="en-IL" sz="1000" dirty="0"/>
          </a:p>
        </p:txBody>
      </p:sp>
      <p:pic>
        <p:nvPicPr>
          <p:cNvPr id="61" name="Picture 60" descr="A close-up of a phone number&#10;&#10;Description automatically generated">
            <a:extLst>
              <a:ext uri="{FF2B5EF4-FFF2-40B4-BE49-F238E27FC236}">
                <a16:creationId xmlns:a16="http://schemas.microsoft.com/office/drawing/2014/main" id="{18382C00-E858-5E12-4982-01051A2076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9177" y="1737356"/>
            <a:ext cx="2086360" cy="1564770"/>
          </a:xfrm>
          <a:prstGeom prst="rect">
            <a:avLst/>
          </a:prstGeom>
        </p:spPr>
      </p:pic>
      <p:pic>
        <p:nvPicPr>
          <p:cNvPr id="59" name="Picture 58" descr="A white card with black text&#10;&#10;Description automatically generated">
            <a:extLst>
              <a:ext uri="{FF2B5EF4-FFF2-40B4-BE49-F238E27FC236}">
                <a16:creationId xmlns:a16="http://schemas.microsoft.com/office/drawing/2014/main" id="{F3D9CF6F-5C25-C7B8-61A8-737F4EE302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3785" y="1737356"/>
            <a:ext cx="2086360" cy="1564770"/>
          </a:xfrm>
          <a:prstGeom prst="rect">
            <a:avLst/>
          </a:prstGeom>
        </p:spPr>
      </p:pic>
      <p:sp>
        <p:nvSpPr>
          <p:cNvPr id="47" name="Content Placeholder 9">
            <a:extLst>
              <a:ext uri="{FF2B5EF4-FFF2-40B4-BE49-F238E27FC236}">
                <a16:creationId xmlns:a16="http://schemas.microsoft.com/office/drawing/2014/main" id="{C7AA211F-F76D-AD84-BBE5-C659A203BAA9}"/>
              </a:ext>
            </a:extLst>
          </p:cNvPr>
          <p:cNvSpPr txBox="1">
            <a:spLocks/>
          </p:cNvSpPr>
          <p:nvPr/>
        </p:nvSpPr>
        <p:spPr>
          <a:xfrm>
            <a:off x="5384386"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45: HPF1cTim1LPF7c.bmp</a:t>
            </a:r>
            <a:endParaRPr lang="en-IL" sz="1000" dirty="0"/>
          </a:p>
          <a:p>
            <a:pPr marL="0" indent="0" algn="ctr">
              <a:buNone/>
            </a:pPr>
            <a:endParaRPr lang="en-IL" sz="1000" dirty="0"/>
          </a:p>
        </p:txBody>
      </p:sp>
      <p:sp>
        <p:nvSpPr>
          <p:cNvPr id="51" name="Content Placeholder 9">
            <a:extLst>
              <a:ext uri="{FF2B5EF4-FFF2-40B4-BE49-F238E27FC236}">
                <a16:creationId xmlns:a16="http://schemas.microsoft.com/office/drawing/2014/main" id="{465AA89F-190C-9CF6-E638-A94EFCB7E74F}"/>
              </a:ext>
            </a:extLst>
          </p:cNvPr>
          <p:cNvSpPr txBox="1">
            <a:spLocks/>
          </p:cNvSpPr>
          <p:nvPr/>
        </p:nvSpPr>
        <p:spPr>
          <a:xfrm>
            <a:off x="7538382"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46: HPF1cTim1LPFf.bmp</a:t>
            </a:r>
            <a:endParaRPr lang="en-IL" sz="1000" dirty="0"/>
          </a:p>
          <a:p>
            <a:pPr marL="0" indent="0" algn="ctr">
              <a:buNone/>
            </a:pPr>
            <a:endParaRPr lang="en-IL" sz="1000" dirty="0"/>
          </a:p>
        </p:txBody>
      </p:sp>
      <p:pic>
        <p:nvPicPr>
          <p:cNvPr id="65" name="Picture 64" descr="A close-up of a phone number&#10;&#10;Description automatically generated">
            <a:extLst>
              <a:ext uri="{FF2B5EF4-FFF2-40B4-BE49-F238E27FC236}">
                <a16:creationId xmlns:a16="http://schemas.microsoft.com/office/drawing/2014/main" id="{50C422DD-F443-463C-26E6-0F9E84CBB8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82654" y="3425413"/>
            <a:ext cx="2086357" cy="1564768"/>
          </a:xfrm>
          <a:prstGeom prst="rect">
            <a:avLst/>
          </a:prstGeom>
        </p:spPr>
      </p:pic>
      <p:sp>
        <p:nvSpPr>
          <p:cNvPr id="52" name="Content Placeholder 9">
            <a:extLst>
              <a:ext uri="{FF2B5EF4-FFF2-40B4-BE49-F238E27FC236}">
                <a16:creationId xmlns:a16="http://schemas.microsoft.com/office/drawing/2014/main" id="{72B1AC17-7E87-C709-2FA3-F617298807C9}"/>
              </a:ext>
            </a:extLst>
          </p:cNvPr>
          <p:cNvSpPr txBox="1">
            <a:spLocks/>
          </p:cNvSpPr>
          <p:nvPr/>
        </p:nvSpPr>
        <p:spPr>
          <a:xfrm>
            <a:off x="7538382"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50: HPF2cTim1LPFf.bmp</a:t>
            </a:r>
            <a:endParaRPr lang="en-IL" sz="1000" dirty="0"/>
          </a:p>
          <a:p>
            <a:pPr marL="0" indent="0" algn="ctr">
              <a:buNone/>
            </a:pPr>
            <a:endParaRPr lang="en-IL" sz="1000" dirty="0"/>
          </a:p>
        </p:txBody>
      </p:sp>
      <p:pic>
        <p:nvPicPr>
          <p:cNvPr id="67" name="Picture 66" descr="A white background with black text&#10;&#10;Description automatically generated">
            <a:extLst>
              <a:ext uri="{FF2B5EF4-FFF2-40B4-BE49-F238E27FC236}">
                <a16:creationId xmlns:a16="http://schemas.microsoft.com/office/drawing/2014/main" id="{19D0C0AA-2FF4-66C7-7386-8A2675E64B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7030" y="3425413"/>
            <a:ext cx="2086359" cy="1564769"/>
          </a:xfrm>
          <a:prstGeom prst="rect">
            <a:avLst/>
          </a:prstGeom>
        </p:spPr>
      </p:pic>
      <p:sp>
        <p:nvSpPr>
          <p:cNvPr id="48" name="Content Placeholder 9">
            <a:extLst>
              <a:ext uri="{FF2B5EF4-FFF2-40B4-BE49-F238E27FC236}">
                <a16:creationId xmlns:a16="http://schemas.microsoft.com/office/drawing/2014/main" id="{0DD728DA-BD25-7D23-57B4-04E8794701DC}"/>
              </a:ext>
            </a:extLst>
          </p:cNvPr>
          <p:cNvSpPr txBox="1">
            <a:spLocks/>
          </p:cNvSpPr>
          <p:nvPr/>
        </p:nvSpPr>
        <p:spPr>
          <a:xfrm>
            <a:off x="5384386"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49: HPF2cTim1LPF7c.bmp</a:t>
            </a:r>
            <a:endParaRPr lang="en-IL" sz="1000" dirty="0"/>
          </a:p>
          <a:p>
            <a:pPr marL="0" indent="0" algn="ctr">
              <a:buNone/>
            </a:pPr>
            <a:endParaRPr lang="en-IL" sz="1000" dirty="0"/>
          </a:p>
        </p:txBody>
      </p:sp>
      <p:pic>
        <p:nvPicPr>
          <p:cNvPr id="69" name="Picture 68" descr="A white background with black text&#10;&#10;Description automatically generated">
            <a:extLst>
              <a:ext uri="{FF2B5EF4-FFF2-40B4-BE49-F238E27FC236}">
                <a16:creationId xmlns:a16="http://schemas.microsoft.com/office/drawing/2014/main" id="{7246BAA1-5BFE-BD8D-021C-93FD56006E5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4186" y="3426969"/>
            <a:ext cx="2086359" cy="1564769"/>
          </a:xfrm>
          <a:prstGeom prst="rect">
            <a:avLst/>
          </a:prstGeom>
        </p:spPr>
      </p:pic>
      <p:sp>
        <p:nvSpPr>
          <p:cNvPr id="42" name="Content Placeholder 9">
            <a:extLst>
              <a:ext uri="{FF2B5EF4-FFF2-40B4-BE49-F238E27FC236}">
                <a16:creationId xmlns:a16="http://schemas.microsoft.com/office/drawing/2014/main" id="{1A8C7567-B9EF-74AE-8C57-9EF1D42C2465}"/>
              </a:ext>
            </a:extLst>
          </p:cNvPr>
          <p:cNvSpPr txBox="1">
            <a:spLocks/>
          </p:cNvSpPr>
          <p:nvPr/>
        </p:nvSpPr>
        <p:spPr>
          <a:xfrm>
            <a:off x="3213820"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48: HPF2cTim1LPF5c.bmp</a:t>
            </a:r>
            <a:endParaRPr lang="en-IL" sz="1000" dirty="0"/>
          </a:p>
          <a:p>
            <a:pPr marL="0" indent="0" algn="ctr">
              <a:buNone/>
            </a:pPr>
            <a:endParaRPr lang="en-IL" sz="1000" dirty="0"/>
          </a:p>
        </p:txBody>
      </p:sp>
      <p:pic>
        <p:nvPicPr>
          <p:cNvPr id="71" name="Picture 70" descr="A grey background with text&#10;&#10;Description automatically generated">
            <a:extLst>
              <a:ext uri="{FF2B5EF4-FFF2-40B4-BE49-F238E27FC236}">
                <a16:creationId xmlns:a16="http://schemas.microsoft.com/office/drawing/2014/main" id="{48B23912-6A76-BFA3-480D-12289395B2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15994" y="5113468"/>
            <a:ext cx="2086360" cy="1564770"/>
          </a:xfrm>
          <a:prstGeom prst="rect">
            <a:avLst/>
          </a:prstGeom>
        </p:spPr>
      </p:pic>
      <p:sp>
        <p:nvSpPr>
          <p:cNvPr id="43" name="Content Placeholder 9">
            <a:extLst>
              <a:ext uri="{FF2B5EF4-FFF2-40B4-BE49-F238E27FC236}">
                <a16:creationId xmlns:a16="http://schemas.microsoft.com/office/drawing/2014/main" id="{C777D484-8244-3421-7042-02333A7901F6}"/>
              </a:ext>
            </a:extLst>
          </p:cNvPr>
          <p:cNvSpPr txBox="1">
            <a:spLocks/>
          </p:cNvSpPr>
          <p:nvPr/>
        </p:nvSpPr>
        <p:spPr>
          <a:xfrm>
            <a:off x="3213820"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52: HPFfTim1LPF5c.bmp</a:t>
            </a:r>
            <a:endParaRPr lang="en-IL" sz="1000" dirty="0"/>
          </a:p>
          <a:p>
            <a:pPr marL="0" indent="0" algn="ctr">
              <a:buNone/>
            </a:pPr>
            <a:endParaRPr lang="en-IL" sz="1000" dirty="0"/>
          </a:p>
        </p:txBody>
      </p:sp>
      <p:pic>
        <p:nvPicPr>
          <p:cNvPr id="73" name="Picture 72" descr="A grey background with text&#10;&#10;Description automatically generated">
            <a:extLst>
              <a:ext uri="{FF2B5EF4-FFF2-40B4-BE49-F238E27FC236}">
                <a16:creationId xmlns:a16="http://schemas.microsoft.com/office/drawing/2014/main" id="{A9C70254-E7D8-7749-7DEA-84F87F3F4A6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31976" y="5113468"/>
            <a:ext cx="2086361" cy="1564771"/>
          </a:xfrm>
          <a:prstGeom prst="rect">
            <a:avLst/>
          </a:prstGeom>
        </p:spPr>
      </p:pic>
      <p:sp>
        <p:nvSpPr>
          <p:cNvPr id="49" name="Content Placeholder 9">
            <a:extLst>
              <a:ext uri="{FF2B5EF4-FFF2-40B4-BE49-F238E27FC236}">
                <a16:creationId xmlns:a16="http://schemas.microsoft.com/office/drawing/2014/main" id="{4643A60A-9007-EBFD-D0FC-17535AA88E6D}"/>
              </a:ext>
            </a:extLst>
          </p:cNvPr>
          <p:cNvSpPr txBox="1">
            <a:spLocks/>
          </p:cNvSpPr>
          <p:nvPr/>
        </p:nvSpPr>
        <p:spPr>
          <a:xfrm>
            <a:off x="5384386"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53: HPFfTim1LPF7c.bmp</a:t>
            </a:r>
            <a:endParaRPr lang="en-IL" sz="1000" dirty="0"/>
          </a:p>
          <a:p>
            <a:pPr marL="0" indent="0" algn="ctr">
              <a:buNone/>
            </a:pPr>
            <a:endParaRPr lang="en-IL" sz="1000" dirty="0"/>
          </a:p>
        </p:txBody>
      </p:sp>
      <p:pic>
        <p:nvPicPr>
          <p:cNvPr id="75" name="Picture 74" descr="A grey background with black text&#10;&#10;Description automatically generated">
            <a:extLst>
              <a:ext uri="{FF2B5EF4-FFF2-40B4-BE49-F238E27FC236}">
                <a16:creationId xmlns:a16="http://schemas.microsoft.com/office/drawing/2014/main" id="{E3340B4D-FD63-B6B2-5520-532BB462813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82648" y="5113468"/>
            <a:ext cx="2086363" cy="1564772"/>
          </a:xfrm>
          <a:prstGeom prst="rect">
            <a:avLst/>
          </a:prstGeom>
        </p:spPr>
      </p:pic>
      <p:sp>
        <p:nvSpPr>
          <p:cNvPr id="53" name="Content Placeholder 9">
            <a:extLst>
              <a:ext uri="{FF2B5EF4-FFF2-40B4-BE49-F238E27FC236}">
                <a16:creationId xmlns:a16="http://schemas.microsoft.com/office/drawing/2014/main" id="{D11C9D47-2D40-C692-9127-5462D73C7B20}"/>
              </a:ext>
            </a:extLst>
          </p:cNvPr>
          <p:cNvSpPr txBox="1">
            <a:spLocks/>
          </p:cNvSpPr>
          <p:nvPr/>
        </p:nvSpPr>
        <p:spPr>
          <a:xfrm>
            <a:off x="7538382"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54: HPFfTim1LPFf.bmp</a:t>
            </a:r>
            <a:endParaRPr lang="en-IL" sz="1000" dirty="0"/>
          </a:p>
        </p:txBody>
      </p:sp>
    </p:spTree>
    <p:extLst>
      <p:ext uri="{BB962C8B-B14F-4D97-AF65-F5344CB8AC3E}">
        <p14:creationId xmlns:p14="http://schemas.microsoft.com/office/powerpoint/2010/main" val="532068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236220" y="212725"/>
            <a:ext cx="9157946" cy="625475"/>
          </a:xfrm>
        </p:spPr>
        <p:txBody>
          <a:bodyPr vert="horz" lIns="91440" tIns="45720" rIns="91440" bIns="45720" rtlCol="0" anchor="ctr">
            <a:noAutofit/>
          </a:bodyPr>
          <a:lstStyle/>
          <a:p>
            <a:r>
              <a:rPr lang="en-US" sz="3600" b="1" dirty="0"/>
              <a:t>MP2.21. TV Test BMP Image – Tim2.bmp</a:t>
            </a:r>
            <a:endParaRPr lang="en-IL" sz="3600" b="1" dirty="0"/>
          </a:p>
        </p:txBody>
      </p:sp>
      <p:sp>
        <p:nvSpPr>
          <p:cNvPr id="8" name="Content Placeholder 9">
            <a:extLst>
              <a:ext uri="{FF2B5EF4-FFF2-40B4-BE49-F238E27FC236}">
                <a16:creationId xmlns:a16="http://schemas.microsoft.com/office/drawing/2014/main" id="{8F179FEC-5E8C-76B7-87DC-1FE04DC6AF92}"/>
              </a:ext>
            </a:extLst>
          </p:cNvPr>
          <p:cNvSpPr txBox="1">
            <a:spLocks/>
          </p:cNvSpPr>
          <p:nvPr/>
        </p:nvSpPr>
        <p:spPr>
          <a:xfrm>
            <a:off x="8220765" y="4478682"/>
            <a:ext cx="2346800"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55: grayImage13bmp – Tim2.bmp </a:t>
            </a:r>
            <a:endParaRPr lang="en-IL" sz="1100" dirty="0"/>
          </a:p>
        </p:txBody>
      </p:sp>
      <p:sp>
        <p:nvSpPr>
          <p:cNvPr id="10" name="Content Placeholder 9">
            <a:extLst>
              <a:ext uri="{FF2B5EF4-FFF2-40B4-BE49-F238E27FC236}">
                <a16:creationId xmlns:a16="http://schemas.microsoft.com/office/drawing/2014/main" id="{C3C7FCDD-44E6-4BDA-2CD5-921EA8A03DF0}"/>
              </a:ext>
            </a:extLst>
          </p:cNvPr>
          <p:cNvSpPr txBox="1">
            <a:spLocks/>
          </p:cNvSpPr>
          <p:nvPr/>
        </p:nvSpPr>
        <p:spPr>
          <a:xfrm>
            <a:off x="364236" y="1121568"/>
            <a:ext cx="6242218" cy="346872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Now that we've successfully completed the steps on the image Tim1.bmp, the next phase involves replicating these procedures on another image, specifically the grayImage13bmp from Assignment 13.</a:t>
            </a:r>
          </a:p>
          <a:p>
            <a:pPr algn="l" fontAlgn="base"/>
            <a:r>
              <a:rPr lang="en-US" sz="1800" dirty="0"/>
              <a:t>We renamed grayImage13bmp as Tim2.bmp (Fig 55) to maintain consistency with our naming convention. </a:t>
            </a:r>
          </a:p>
          <a:p>
            <a:pPr algn="l" fontAlgn="base"/>
            <a:r>
              <a:rPr lang="en-US" sz="1800" dirty="0"/>
              <a:t>The size of the image is 320x240 which is different the VGA size that we used in the previous phase.</a:t>
            </a:r>
          </a:p>
          <a:p>
            <a:pPr algn="l" fontAlgn="base"/>
            <a:r>
              <a:rPr lang="en-US" sz="1800" dirty="0"/>
              <a:t>Let's proceed with the next steps to extend our findings and insights to a broader context.</a:t>
            </a:r>
          </a:p>
          <a:p>
            <a:pPr algn="l" fontAlgn="base"/>
            <a:r>
              <a:rPr lang="en-US" sz="1800" dirty="0"/>
              <a:t>We use the exact same code as before.</a:t>
            </a:r>
          </a:p>
        </p:txBody>
      </p:sp>
      <p:pic>
        <p:nvPicPr>
          <p:cNvPr id="3" name="Picture 2" descr="A black and white circular pattern&#10;&#10;Description automatically generated">
            <a:extLst>
              <a:ext uri="{FF2B5EF4-FFF2-40B4-BE49-F238E27FC236}">
                <a16:creationId xmlns:a16="http://schemas.microsoft.com/office/drawing/2014/main" id="{4121FF34-18CA-7508-69C9-FFA4E554A6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0165" y="1347216"/>
            <a:ext cx="3048000" cy="3048000"/>
          </a:xfrm>
          <a:prstGeom prst="rect">
            <a:avLst/>
          </a:prstGeom>
        </p:spPr>
      </p:pic>
    </p:spTree>
    <p:extLst>
      <p:ext uri="{BB962C8B-B14F-4D97-AF65-F5344CB8AC3E}">
        <p14:creationId xmlns:p14="http://schemas.microsoft.com/office/powerpoint/2010/main" val="1752270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9144" y="203581"/>
            <a:ext cx="12162253" cy="625475"/>
          </a:xfrm>
        </p:spPr>
        <p:txBody>
          <a:bodyPr vert="horz" lIns="91440" tIns="45720" rIns="91440" bIns="45720" rtlCol="0" anchor="ctr">
            <a:noAutofit/>
          </a:bodyPr>
          <a:lstStyle/>
          <a:p>
            <a:r>
              <a:rPr lang="en-US" sz="3600" b="1" dirty="0"/>
              <a:t>MP2.22. Blur Image By Using Fast Gaussian Filters and Convolution</a:t>
            </a:r>
            <a:endParaRPr lang="en-IL" sz="3600" b="1" dirty="0"/>
          </a:p>
        </p:txBody>
      </p:sp>
      <p:sp>
        <p:nvSpPr>
          <p:cNvPr id="13" name="Content Placeholder 9">
            <a:extLst>
              <a:ext uri="{FF2B5EF4-FFF2-40B4-BE49-F238E27FC236}">
                <a16:creationId xmlns:a16="http://schemas.microsoft.com/office/drawing/2014/main" id="{77BC6C89-8D39-A8D4-48B6-D4C8DC9F9F09}"/>
              </a:ext>
            </a:extLst>
          </p:cNvPr>
          <p:cNvSpPr txBox="1">
            <a:spLocks/>
          </p:cNvSpPr>
          <p:nvPr/>
        </p:nvSpPr>
        <p:spPr>
          <a:xfrm>
            <a:off x="990249" y="1488313"/>
            <a:ext cx="5410552" cy="83890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the same Fast Gaussian (1D) filters for blurring the images as we had employed during the initial stage of the project (Fig 56,57). </a:t>
            </a:r>
          </a:p>
        </p:txBody>
      </p:sp>
      <p:grpSp>
        <p:nvGrpSpPr>
          <p:cNvPr id="20" name="Group 19">
            <a:extLst>
              <a:ext uri="{FF2B5EF4-FFF2-40B4-BE49-F238E27FC236}">
                <a16:creationId xmlns:a16="http://schemas.microsoft.com/office/drawing/2014/main" id="{40EE1801-4EAF-9C90-8801-5A81F4D993E2}"/>
              </a:ext>
            </a:extLst>
          </p:cNvPr>
          <p:cNvGrpSpPr/>
          <p:nvPr/>
        </p:nvGrpSpPr>
        <p:grpSpPr>
          <a:xfrm>
            <a:off x="7880057" y="1210847"/>
            <a:ext cx="1637219" cy="748656"/>
            <a:chOff x="3256606" y="4254350"/>
            <a:chExt cx="1637219" cy="748656"/>
          </a:xfrm>
        </p:grpSpPr>
        <p:pic>
          <p:nvPicPr>
            <p:cNvPr id="21" name="תמונה 9">
              <a:extLst>
                <a:ext uri="{FF2B5EF4-FFF2-40B4-BE49-F238E27FC236}">
                  <a16:creationId xmlns:a16="http://schemas.microsoft.com/office/drawing/2014/main" id="{985CDB4E-8232-CCDB-A747-2F3E438349F2}"/>
                </a:ext>
              </a:extLst>
            </p:cNvPr>
            <p:cNvPicPr>
              <a:picLocks noChangeAspect="1"/>
            </p:cNvPicPr>
            <p:nvPr/>
          </p:nvPicPr>
          <p:blipFill>
            <a:blip r:embed="rId2"/>
            <a:stretch>
              <a:fillRect/>
            </a:stretch>
          </p:blipFill>
          <p:spPr>
            <a:xfrm>
              <a:off x="3385302" y="4254350"/>
              <a:ext cx="1371159" cy="311355"/>
            </a:xfrm>
            <a:prstGeom prst="rect">
              <a:avLst/>
            </a:prstGeom>
            <a:ln>
              <a:solidFill>
                <a:schemeClr val="tx1"/>
              </a:solidFill>
            </a:ln>
          </p:spPr>
        </p:pic>
        <p:sp>
          <p:nvSpPr>
            <p:cNvPr id="22" name="Content Placeholder 9">
              <a:extLst>
                <a:ext uri="{FF2B5EF4-FFF2-40B4-BE49-F238E27FC236}">
                  <a16:creationId xmlns:a16="http://schemas.microsoft.com/office/drawing/2014/main" id="{AA6E71DE-7751-31B7-0454-19E57CA9BE1C}"/>
                </a:ext>
              </a:extLst>
            </p:cNvPr>
            <p:cNvSpPr txBox="1">
              <a:spLocks/>
            </p:cNvSpPr>
            <p:nvPr/>
          </p:nvSpPr>
          <p:spPr>
            <a:xfrm>
              <a:off x="3256606" y="4647631"/>
              <a:ext cx="1637219" cy="35537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56: 1D Fast Gaussian Filter- Size 5</a:t>
              </a:r>
              <a:endParaRPr lang="en-IL" sz="1100" dirty="0"/>
            </a:p>
          </p:txBody>
        </p:sp>
      </p:grpSp>
      <p:grpSp>
        <p:nvGrpSpPr>
          <p:cNvPr id="23" name="Group 22">
            <a:extLst>
              <a:ext uri="{FF2B5EF4-FFF2-40B4-BE49-F238E27FC236}">
                <a16:creationId xmlns:a16="http://schemas.microsoft.com/office/drawing/2014/main" id="{D2B6BC75-EC26-4EAA-8E59-BB299A42CFDC}"/>
              </a:ext>
            </a:extLst>
          </p:cNvPr>
          <p:cNvGrpSpPr/>
          <p:nvPr/>
        </p:nvGrpSpPr>
        <p:grpSpPr>
          <a:xfrm>
            <a:off x="7641909" y="2297274"/>
            <a:ext cx="2104845" cy="805297"/>
            <a:chOff x="5812215" y="5352912"/>
            <a:chExt cx="2104845" cy="805297"/>
          </a:xfrm>
        </p:grpSpPr>
        <p:pic>
          <p:nvPicPr>
            <p:cNvPr id="24" name="תמונה 7">
              <a:extLst>
                <a:ext uri="{FF2B5EF4-FFF2-40B4-BE49-F238E27FC236}">
                  <a16:creationId xmlns:a16="http://schemas.microsoft.com/office/drawing/2014/main" id="{A8A4593B-B7E3-B7A2-7C48-1331DE837A9A}"/>
                </a:ext>
              </a:extLst>
            </p:cNvPr>
            <p:cNvPicPr>
              <a:picLocks noChangeAspect="1"/>
            </p:cNvPicPr>
            <p:nvPr/>
          </p:nvPicPr>
          <p:blipFill>
            <a:blip r:embed="rId3"/>
            <a:stretch>
              <a:fillRect/>
            </a:stretch>
          </p:blipFill>
          <p:spPr>
            <a:xfrm>
              <a:off x="5812215" y="5352912"/>
              <a:ext cx="2104845" cy="409793"/>
            </a:xfrm>
            <a:prstGeom prst="rect">
              <a:avLst/>
            </a:prstGeom>
            <a:ln>
              <a:solidFill>
                <a:schemeClr val="tx1"/>
              </a:solidFill>
            </a:ln>
          </p:spPr>
        </p:pic>
        <p:sp>
          <p:nvSpPr>
            <p:cNvPr id="25" name="Content Placeholder 9">
              <a:extLst>
                <a:ext uri="{FF2B5EF4-FFF2-40B4-BE49-F238E27FC236}">
                  <a16:creationId xmlns:a16="http://schemas.microsoft.com/office/drawing/2014/main" id="{1D326475-5CAE-8C9E-C9B5-6D66CA1F87D9}"/>
                </a:ext>
              </a:extLst>
            </p:cNvPr>
            <p:cNvSpPr txBox="1">
              <a:spLocks/>
            </p:cNvSpPr>
            <p:nvPr/>
          </p:nvSpPr>
          <p:spPr>
            <a:xfrm>
              <a:off x="6042521" y="5802834"/>
              <a:ext cx="1637219" cy="35537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57: 1D Fast Gaussian Filter- Size 7</a:t>
              </a:r>
              <a:endParaRPr lang="en-IL" sz="1100" dirty="0"/>
            </a:p>
          </p:txBody>
        </p:sp>
      </p:grpSp>
    </p:spTree>
    <p:extLst>
      <p:ext uri="{BB962C8B-B14F-4D97-AF65-F5344CB8AC3E}">
        <p14:creationId xmlns:p14="http://schemas.microsoft.com/office/powerpoint/2010/main" val="1958500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9144" y="203581"/>
            <a:ext cx="12162253" cy="625475"/>
          </a:xfrm>
        </p:spPr>
        <p:txBody>
          <a:bodyPr vert="horz" lIns="91440" tIns="45720" rIns="91440" bIns="45720" rtlCol="0" anchor="ctr">
            <a:noAutofit/>
          </a:bodyPr>
          <a:lstStyle/>
          <a:p>
            <a:r>
              <a:rPr lang="en-US" sz="3600" b="1" dirty="0"/>
              <a:t>MP2.22. Blur Image By Using Fast Gaussian Filters and Convolution</a:t>
            </a:r>
            <a:endParaRPr lang="en-IL" sz="3600" b="1" dirty="0"/>
          </a:p>
        </p:txBody>
      </p:sp>
      <p:sp>
        <p:nvSpPr>
          <p:cNvPr id="8" name="Content Placeholder 9">
            <a:extLst>
              <a:ext uri="{FF2B5EF4-FFF2-40B4-BE49-F238E27FC236}">
                <a16:creationId xmlns:a16="http://schemas.microsoft.com/office/drawing/2014/main" id="{2EEE3CD3-DF6F-A69E-B06D-D7660982E403}"/>
              </a:ext>
            </a:extLst>
          </p:cNvPr>
          <p:cNvSpPr txBox="1">
            <a:spLocks/>
          </p:cNvSpPr>
          <p:nvPr/>
        </p:nvSpPr>
        <p:spPr>
          <a:xfrm>
            <a:off x="140296" y="898239"/>
            <a:ext cx="5331192" cy="545684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Fast Gaussian filter (1D Filter) with size=5 over the original Tim2.bmp image (Fig 56) by using convolution. </a:t>
            </a:r>
          </a:p>
          <a:p>
            <a:pPr fontAlgn="base"/>
            <a:r>
              <a:rPr lang="en-US" sz="1800" dirty="0"/>
              <a:t>The original image has a central circular pattern with radiating black and white lines. The details in this image are sharp and clear.</a:t>
            </a:r>
          </a:p>
          <a:p>
            <a:pPr fontAlgn="base"/>
            <a:r>
              <a:rPr lang="en-US" sz="1800" dirty="0"/>
              <a:t>Applying the Fast Gaussian filter, will result in the image being smoothed or blurred (Fig 57).</a:t>
            </a:r>
          </a:p>
          <a:p>
            <a:pPr fontAlgn="base"/>
            <a:r>
              <a:rPr lang="en-US" sz="1800" dirty="0"/>
              <a:t>The filtered image shows a similar central circular pattern but with slightly blurred radiating lines due to the application of the LPF. </a:t>
            </a:r>
          </a:p>
          <a:p>
            <a:pPr algn="l" rtl="0"/>
            <a:r>
              <a:rPr lang="en-US" sz="1800" dirty="0"/>
              <a:t>The application of the LPF has resulted in a reduction of high-frequency content in the image, which is typically associated with sharp edges and fine details. This results in a blurrier or smoother appearance of the image. This is a common effect of LPF filtering in image processing.</a:t>
            </a:r>
          </a:p>
          <a:p>
            <a:pPr fontAlgn="base"/>
            <a:r>
              <a:rPr lang="en-US" sz="1800" dirty="0"/>
              <a:t>Half the size of the kernel will be removed from the image boundaries</a:t>
            </a:r>
          </a:p>
        </p:txBody>
      </p:sp>
      <p:sp>
        <p:nvSpPr>
          <p:cNvPr id="10" name="Content Placeholder 9">
            <a:extLst>
              <a:ext uri="{FF2B5EF4-FFF2-40B4-BE49-F238E27FC236}">
                <a16:creationId xmlns:a16="http://schemas.microsoft.com/office/drawing/2014/main" id="{3098115A-A906-7406-A689-1EDBF257AEC9}"/>
              </a:ext>
            </a:extLst>
          </p:cNvPr>
          <p:cNvSpPr txBox="1">
            <a:spLocks/>
          </p:cNvSpPr>
          <p:nvPr/>
        </p:nvSpPr>
        <p:spPr>
          <a:xfrm>
            <a:off x="8174736" y="3553782"/>
            <a:ext cx="1821778" cy="204402"/>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56: Profilers of Tim2.bmp</a:t>
            </a:r>
            <a:endParaRPr lang="en-IL" sz="1100" dirty="0"/>
          </a:p>
        </p:txBody>
      </p:sp>
      <p:sp>
        <p:nvSpPr>
          <p:cNvPr id="11" name="Content Placeholder 9">
            <a:extLst>
              <a:ext uri="{FF2B5EF4-FFF2-40B4-BE49-F238E27FC236}">
                <a16:creationId xmlns:a16="http://schemas.microsoft.com/office/drawing/2014/main" id="{48495ED4-8DFD-95B3-0355-87F4958B5702}"/>
              </a:ext>
            </a:extLst>
          </p:cNvPr>
          <p:cNvSpPr txBox="1">
            <a:spLocks/>
          </p:cNvSpPr>
          <p:nvPr/>
        </p:nvSpPr>
        <p:spPr>
          <a:xfrm>
            <a:off x="7873096" y="6520984"/>
            <a:ext cx="2368147" cy="24150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57: Profilers of Tim2LPF5c.bmp</a:t>
            </a:r>
            <a:endParaRPr lang="en-IL" sz="1100" dirty="0"/>
          </a:p>
        </p:txBody>
      </p:sp>
      <p:pic>
        <p:nvPicPr>
          <p:cNvPr id="5" name="תמונה 4">
            <a:extLst>
              <a:ext uri="{FF2B5EF4-FFF2-40B4-BE49-F238E27FC236}">
                <a16:creationId xmlns:a16="http://schemas.microsoft.com/office/drawing/2014/main" id="{0038C186-5D9B-9141-9496-9C10FFFF9A01}"/>
              </a:ext>
            </a:extLst>
          </p:cNvPr>
          <p:cNvPicPr>
            <a:picLocks noChangeAspect="1"/>
          </p:cNvPicPr>
          <p:nvPr/>
        </p:nvPicPr>
        <p:blipFill>
          <a:blip r:embed="rId2"/>
          <a:stretch>
            <a:fillRect/>
          </a:stretch>
        </p:blipFill>
        <p:spPr>
          <a:xfrm>
            <a:off x="5882513" y="3925716"/>
            <a:ext cx="6084274" cy="2511808"/>
          </a:xfrm>
          <a:prstGeom prst="rect">
            <a:avLst/>
          </a:prstGeom>
        </p:spPr>
      </p:pic>
      <p:pic>
        <p:nvPicPr>
          <p:cNvPr id="12" name="תמונה 7">
            <a:extLst>
              <a:ext uri="{FF2B5EF4-FFF2-40B4-BE49-F238E27FC236}">
                <a16:creationId xmlns:a16="http://schemas.microsoft.com/office/drawing/2014/main" id="{96DDA6BD-2FB9-4C55-FFB0-E87700E1DE75}"/>
              </a:ext>
            </a:extLst>
          </p:cNvPr>
          <p:cNvPicPr>
            <a:picLocks noChangeAspect="1"/>
          </p:cNvPicPr>
          <p:nvPr/>
        </p:nvPicPr>
        <p:blipFill>
          <a:blip r:embed="rId3"/>
          <a:stretch>
            <a:fillRect/>
          </a:stretch>
        </p:blipFill>
        <p:spPr>
          <a:xfrm>
            <a:off x="5882514" y="898239"/>
            <a:ext cx="6084274" cy="2552842"/>
          </a:xfrm>
          <a:prstGeom prst="rect">
            <a:avLst/>
          </a:prstGeom>
        </p:spPr>
      </p:pic>
    </p:spTree>
    <p:extLst>
      <p:ext uri="{BB962C8B-B14F-4D97-AF65-F5344CB8AC3E}">
        <p14:creationId xmlns:p14="http://schemas.microsoft.com/office/powerpoint/2010/main" val="2718390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9144" y="203581"/>
            <a:ext cx="12162253" cy="625475"/>
          </a:xfrm>
        </p:spPr>
        <p:txBody>
          <a:bodyPr vert="horz" lIns="91440" tIns="45720" rIns="91440" bIns="45720" rtlCol="0" anchor="ctr">
            <a:noAutofit/>
          </a:bodyPr>
          <a:lstStyle/>
          <a:p>
            <a:r>
              <a:rPr lang="en-US" sz="3600" b="1" dirty="0"/>
              <a:t>MP2.22. Blur Image By Using Fast Gaussian Filters and Convolution</a:t>
            </a:r>
            <a:endParaRPr lang="en-IL" sz="3600" b="1" dirty="0"/>
          </a:p>
        </p:txBody>
      </p:sp>
      <p:sp>
        <p:nvSpPr>
          <p:cNvPr id="8" name="Content Placeholder 9">
            <a:extLst>
              <a:ext uri="{FF2B5EF4-FFF2-40B4-BE49-F238E27FC236}">
                <a16:creationId xmlns:a16="http://schemas.microsoft.com/office/drawing/2014/main" id="{2EEE3CD3-DF6F-A69E-B06D-D7660982E403}"/>
              </a:ext>
            </a:extLst>
          </p:cNvPr>
          <p:cNvSpPr txBox="1">
            <a:spLocks/>
          </p:cNvSpPr>
          <p:nvPr/>
        </p:nvSpPr>
        <p:spPr>
          <a:xfrm>
            <a:off x="140296" y="898239"/>
            <a:ext cx="5331192" cy="545684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Fast Gaussian filter (1D Filter) with size=7 over the original Tim2.bmp image (Fig 58) by using convolution. </a:t>
            </a:r>
          </a:p>
          <a:p>
            <a:pPr fontAlgn="base"/>
            <a:r>
              <a:rPr lang="en-US" sz="1800" dirty="0"/>
              <a:t>Applying the Fast Gaussian filter, will result in the image being smoothed or blurred (Fig 59).</a:t>
            </a:r>
          </a:p>
          <a:p>
            <a:pPr fontAlgn="base"/>
            <a:r>
              <a:rPr lang="en-US" sz="1800" dirty="0"/>
              <a:t>The filtered image shows a similar central circular pattern but with slightly blurred radiating lines due to the application of the LPF as before. </a:t>
            </a:r>
          </a:p>
          <a:p>
            <a:pPr algn="l" rtl="0"/>
            <a:r>
              <a:rPr lang="en-US" sz="1800" dirty="0"/>
              <a:t>The application of the LPF has again resulted in a reduction of high-frequency content in the image, which is typically associated with sharp edges and fine details. </a:t>
            </a:r>
          </a:p>
          <a:p>
            <a:pPr algn="l" rtl="0"/>
            <a:r>
              <a:rPr lang="en-US" sz="1800" dirty="0"/>
              <a:t>Comparing the 2 blurred images (Fig 57, 59), the difference is barely noticeable, and the images appearing almost the same.</a:t>
            </a:r>
          </a:p>
          <a:p>
            <a:pPr fontAlgn="base"/>
            <a:r>
              <a:rPr lang="en-US" sz="1800" dirty="0"/>
              <a:t>The main difference in the 1D filters is the small additional weight at both ends, which is almost zero, as shown in Fig 5 and Fig 6.</a:t>
            </a:r>
          </a:p>
          <a:p>
            <a:pPr algn="l" rtl="0"/>
            <a:endParaRPr lang="en-US" sz="1800" dirty="0"/>
          </a:p>
        </p:txBody>
      </p:sp>
      <p:sp>
        <p:nvSpPr>
          <p:cNvPr id="10" name="Content Placeholder 9">
            <a:extLst>
              <a:ext uri="{FF2B5EF4-FFF2-40B4-BE49-F238E27FC236}">
                <a16:creationId xmlns:a16="http://schemas.microsoft.com/office/drawing/2014/main" id="{3098115A-A906-7406-A689-1EDBF257AEC9}"/>
              </a:ext>
            </a:extLst>
          </p:cNvPr>
          <p:cNvSpPr txBox="1">
            <a:spLocks/>
          </p:cNvSpPr>
          <p:nvPr/>
        </p:nvSpPr>
        <p:spPr>
          <a:xfrm>
            <a:off x="8174736" y="3553782"/>
            <a:ext cx="1821778" cy="204402"/>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58: Profilers of Tim2.bmp</a:t>
            </a:r>
            <a:endParaRPr lang="en-IL" sz="1100" dirty="0"/>
          </a:p>
        </p:txBody>
      </p:sp>
      <p:sp>
        <p:nvSpPr>
          <p:cNvPr id="11" name="Content Placeholder 9">
            <a:extLst>
              <a:ext uri="{FF2B5EF4-FFF2-40B4-BE49-F238E27FC236}">
                <a16:creationId xmlns:a16="http://schemas.microsoft.com/office/drawing/2014/main" id="{48495ED4-8DFD-95B3-0355-87F4958B5702}"/>
              </a:ext>
            </a:extLst>
          </p:cNvPr>
          <p:cNvSpPr txBox="1">
            <a:spLocks/>
          </p:cNvSpPr>
          <p:nvPr/>
        </p:nvSpPr>
        <p:spPr>
          <a:xfrm>
            <a:off x="7873096" y="6520984"/>
            <a:ext cx="2368147" cy="24150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59: Profilers of Tim2LPF7c.bmp</a:t>
            </a:r>
            <a:endParaRPr lang="en-IL" sz="1100" dirty="0"/>
          </a:p>
        </p:txBody>
      </p:sp>
      <p:pic>
        <p:nvPicPr>
          <p:cNvPr id="12" name="תמונה 7">
            <a:extLst>
              <a:ext uri="{FF2B5EF4-FFF2-40B4-BE49-F238E27FC236}">
                <a16:creationId xmlns:a16="http://schemas.microsoft.com/office/drawing/2014/main" id="{96DDA6BD-2FB9-4C55-FFB0-E87700E1DE75}"/>
              </a:ext>
            </a:extLst>
          </p:cNvPr>
          <p:cNvPicPr>
            <a:picLocks noChangeAspect="1"/>
          </p:cNvPicPr>
          <p:nvPr/>
        </p:nvPicPr>
        <p:blipFill>
          <a:blip r:embed="rId2"/>
          <a:stretch>
            <a:fillRect/>
          </a:stretch>
        </p:blipFill>
        <p:spPr>
          <a:xfrm>
            <a:off x="5882514" y="898239"/>
            <a:ext cx="6084274" cy="2552842"/>
          </a:xfrm>
          <a:prstGeom prst="rect">
            <a:avLst/>
          </a:prstGeom>
        </p:spPr>
      </p:pic>
      <p:pic>
        <p:nvPicPr>
          <p:cNvPr id="3" name="תמונה 2">
            <a:extLst>
              <a:ext uri="{FF2B5EF4-FFF2-40B4-BE49-F238E27FC236}">
                <a16:creationId xmlns:a16="http://schemas.microsoft.com/office/drawing/2014/main" id="{C4D475C7-E774-94A6-FDEF-1DA8C7C16A5D}"/>
              </a:ext>
            </a:extLst>
          </p:cNvPr>
          <p:cNvPicPr>
            <a:picLocks noChangeAspect="1"/>
          </p:cNvPicPr>
          <p:nvPr/>
        </p:nvPicPr>
        <p:blipFill>
          <a:blip r:embed="rId3"/>
          <a:stretch>
            <a:fillRect/>
          </a:stretch>
        </p:blipFill>
        <p:spPr>
          <a:xfrm>
            <a:off x="5818504" y="3814611"/>
            <a:ext cx="6084275" cy="2649946"/>
          </a:xfrm>
          <a:prstGeom prst="rect">
            <a:avLst/>
          </a:prstGeom>
        </p:spPr>
      </p:pic>
    </p:spTree>
    <p:extLst>
      <p:ext uri="{BB962C8B-B14F-4D97-AF65-F5344CB8AC3E}">
        <p14:creationId xmlns:p14="http://schemas.microsoft.com/office/powerpoint/2010/main" val="1152974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0296631" cy="625475"/>
          </a:xfrm>
        </p:spPr>
        <p:txBody>
          <a:bodyPr vert="horz" lIns="91440" tIns="45720" rIns="91440" bIns="45720" rtlCol="0" anchor="ctr">
            <a:noAutofit/>
          </a:bodyPr>
          <a:lstStyle/>
          <a:p>
            <a:r>
              <a:rPr lang="en-US" sz="3600" b="1" dirty="0"/>
              <a:t>MP2.23. Blur Image By Using FD Gaussian Filter and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428019" y="1327369"/>
            <a:ext cx="6042191" cy="241862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designed a Gaussian filter to blur the image Tim2.bmp, as we did during the initial stage of the project , but with a different sigma: </a:t>
            </a:r>
            <a:r>
              <a:rPr lang="en-US" sz="1800" dirty="0" err="1"/>
              <a:t>sigmaRadius</a:t>
            </a:r>
            <a:r>
              <a:rPr lang="en-US" sz="1800" dirty="0"/>
              <a:t>=40. </a:t>
            </a:r>
          </a:p>
          <a:p>
            <a:pPr algn="l" fontAlgn="base"/>
            <a:r>
              <a:rPr lang="en-US" sz="1800" dirty="0"/>
              <a:t>The Gaussian filter in Frequency Domain (Fig 60): The Gaussian filter is a low-pass filter that attenuates high frequencies while preserving low frequencies.</a:t>
            </a:r>
          </a:p>
          <a:p>
            <a:pPr algn="l" fontAlgn="base"/>
            <a:r>
              <a:rPr lang="en-US" sz="1800" dirty="0"/>
              <a:t>In the frequency domain, it's represented as a Gaussian-shaped function (Fig 61).</a:t>
            </a:r>
          </a:p>
        </p:txBody>
      </p:sp>
      <p:sp>
        <p:nvSpPr>
          <p:cNvPr id="5" name="Content Placeholder 9">
            <a:extLst>
              <a:ext uri="{FF2B5EF4-FFF2-40B4-BE49-F238E27FC236}">
                <a16:creationId xmlns:a16="http://schemas.microsoft.com/office/drawing/2014/main" id="{39B37682-70EC-2254-5A8C-2736D94E9869}"/>
              </a:ext>
            </a:extLst>
          </p:cNvPr>
          <p:cNvSpPr txBox="1">
            <a:spLocks/>
          </p:cNvSpPr>
          <p:nvPr/>
        </p:nvSpPr>
        <p:spPr>
          <a:xfrm>
            <a:off x="8252975" y="3084325"/>
            <a:ext cx="1864454"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60: Gaussian Filter in FD</a:t>
            </a:r>
            <a:endParaRPr lang="en-IL" sz="1100" dirty="0"/>
          </a:p>
        </p:txBody>
      </p:sp>
      <p:sp>
        <p:nvSpPr>
          <p:cNvPr id="8" name="Content Placeholder 9">
            <a:extLst>
              <a:ext uri="{FF2B5EF4-FFF2-40B4-BE49-F238E27FC236}">
                <a16:creationId xmlns:a16="http://schemas.microsoft.com/office/drawing/2014/main" id="{302CABD1-F6EA-071F-D0D7-142A18B7AE05}"/>
              </a:ext>
            </a:extLst>
          </p:cNvPr>
          <p:cNvSpPr txBox="1">
            <a:spLocks/>
          </p:cNvSpPr>
          <p:nvPr/>
        </p:nvSpPr>
        <p:spPr>
          <a:xfrm>
            <a:off x="8008684" y="5808067"/>
            <a:ext cx="2446531"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61: Profilers of Gaussian Filter in FD</a:t>
            </a:r>
            <a:endParaRPr lang="en-IL" sz="1100" dirty="0"/>
          </a:p>
        </p:txBody>
      </p:sp>
      <p:pic>
        <p:nvPicPr>
          <p:cNvPr id="14" name="Picture 13" descr="A bright light in the dark&#10;&#10;Description automatically generated">
            <a:extLst>
              <a:ext uri="{FF2B5EF4-FFF2-40B4-BE49-F238E27FC236}">
                <a16:creationId xmlns:a16="http://schemas.microsoft.com/office/drawing/2014/main" id="{D3B404C4-08A1-D22E-EF14-C4FFDB10BA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4725" y="1150266"/>
            <a:ext cx="1834896" cy="1834896"/>
          </a:xfrm>
          <a:prstGeom prst="rect">
            <a:avLst/>
          </a:prstGeom>
        </p:spPr>
      </p:pic>
      <p:pic>
        <p:nvPicPr>
          <p:cNvPr id="16" name="Picture 15">
            <a:extLst>
              <a:ext uri="{FF2B5EF4-FFF2-40B4-BE49-F238E27FC236}">
                <a16:creationId xmlns:a16="http://schemas.microsoft.com/office/drawing/2014/main" id="{33167F01-485C-A61E-6E5E-9DDEF84BB1D0}"/>
              </a:ext>
            </a:extLst>
          </p:cNvPr>
          <p:cNvPicPr>
            <a:picLocks noChangeAspect="1"/>
          </p:cNvPicPr>
          <p:nvPr/>
        </p:nvPicPr>
        <p:blipFill>
          <a:blip r:embed="rId3"/>
          <a:stretch>
            <a:fillRect/>
          </a:stretch>
        </p:blipFill>
        <p:spPr>
          <a:xfrm>
            <a:off x="8134848" y="3745992"/>
            <a:ext cx="2119178" cy="2062075"/>
          </a:xfrm>
          <a:prstGeom prst="rect">
            <a:avLst/>
          </a:prstGeom>
        </p:spPr>
      </p:pic>
    </p:spTree>
    <p:extLst>
      <p:ext uri="{BB962C8B-B14F-4D97-AF65-F5344CB8AC3E}">
        <p14:creationId xmlns:p14="http://schemas.microsoft.com/office/powerpoint/2010/main" val="3281624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0296631" cy="625475"/>
          </a:xfrm>
        </p:spPr>
        <p:txBody>
          <a:bodyPr vert="horz" lIns="91440" tIns="45720" rIns="91440" bIns="45720" rtlCol="0" anchor="ctr">
            <a:noAutofit/>
          </a:bodyPr>
          <a:lstStyle/>
          <a:p>
            <a:r>
              <a:rPr lang="en-US" sz="3600" b="1" dirty="0"/>
              <a:t>MP2.23. Blur Image By Using FD Gaussian Filter and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89634" y="1097028"/>
            <a:ext cx="5017265" cy="484657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applied FD Gaussian filter over the original Tim1.bmp image (Fig 61) by using convolution.</a:t>
            </a:r>
          </a:p>
          <a:p>
            <a:pPr fontAlgn="base"/>
            <a:r>
              <a:rPr lang="en-US" sz="1800" dirty="0"/>
              <a:t>Applying a Gaussian low-pass filter (LPF) in the frequency domain (FD) typically results in attenuating higher frequency components of the signal while preserving the lower frequency components. </a:t>
            </a:r>
          </a:p>
          <a:p>
            <a:pPr fontAlgn="base"/>
            <a:r>
              <a:rPr lang="en-US" sz="1800" dirty="0"/>
              <a:t>This smoothing effect helps reduce noise and sharp transitions in the signal, resulting in a smoother and more regular frequency spectrum (Fig 63).</a:t>
            </a:r>
          </a:p>
          <a:p>
            <a:pPr algn="l" rtl="0"/>
            <a:r>
              <a:rPr lang="en-US" sz="1800" dirty="0"/>
              <a:t>Comparing this FFT blurred image (Fig 63) with the previous LPF blurred images (Fig 57, 59), it is easy to see a significant difference. This image is more blurred, and the row profiler shows much more smooth transition in pixel values and dumped amplitudes. </a:t>
            </a:r>
          </a:p>
        </p:txBody>
      </p:sp>
      <p:sp>
        <p:nvSpPr>
          <p:cNvPr id="3" name="Content Placeholder 9">
            <a:extLst>
              <a:ext uri="{FF2B5EF4-FFF2-40B4-BE49-F238E27FC236}">
                <a16:creationId xmlns:a16="http://schemas.microsoft.com/office/drawing/2014/main" id="{9C2FC1C5-C250-664B-A8EB-7A3009D64313}"/>
              </a:ext>
            </a:extLst>
          </p:cNvPr>
          <p:cNvSpPr txBox="1">
            <a:spLocks/>
          </p:cNvSpPr>
          <p:nvPr/>
        </p:nvSpPr>
        <p:spPr>
          <a:xfrm>
            <a:off x="8174736" y="3553782"/>
            <a:ext cx="1821778" cy="204402"/>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62: Profilers of Tim2.bmp</a:t>
            </a:r>
            <a:endParaRPr lang="en-IL" sz="1100" dirty="0"/>
          </a:p>
        </p:txBody>
      </p:sp>
      <p:sp>
        <p:nvSpPr>
          <p:cNvPr id="4" name="Content Placeholder 9">
            <a:extLst>
              <a:ext uri="{FF2B5EF4-FFF2-40B4-BE49-F238E27FC236}">
                <a16:creationId xmlns:a16="http://schemas.microsoft.com/office/drawing/2014/main" id="{0C899741-C17B-3B86-57CC-38DFD2C39748}"/>
              </a:ext>
            </a:extLst>
          </p:cNvPr>
          <p:cNvSpPr txBox="1">
            <a:spLocks/>
          </p:cNvSpPr>
          <p:nvPr/>
        </p:nvSpPr>
        <p:spPr>
          <a:xfrm>
            <a:off x="7873096" y="6520984"/>
            <a:ext cx="2368147" cy="241505"/>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63: Profilers of Tim2LPFf.bmp</a:t>
            </a:r>
            <a:endParaRPr lang="en-IL" sz="1100" dirty="0"/>
          </a:p>
        </p:txBody>
      </p:sp>
      <p:pic>
        <p:nvPicPr>
          <p:cNvPr id="10" name="תמונה 7">
            <a:extLst>
              <a:ext uri="{FF2B5EF4-FFF2-40B4-BE49-F238E27FC236}">
                <a16:creationId xmlns:a16="http://schemas.microsoft.com/office/drawing/2014/main" id="{BE3433EC-8F16-9EEE-1FAA-2BA0EC45ECB7}"/>
              </a:ext>
            </a:extLst>
          </p:cNvPr>
          <p:cNvPicPr>
            <a:picLocks noChangeAspect="1"/>
          </p:cNvPicPr>
          <p:nvPr/>
        </p:nvPicPr>
        <p:blipFill>
          <a:blip r:embed="rId2"/>
          <a:stretch>
            <a:fillRect/>
          </a:stretch>
        </p:blipFill>
        <p:spPr>
          <a:xfrm>
            <a:off x="5882514" y="898239"/>
            <a:ext cx="6084274" cy="2552842"/>
          </a:xfrm>
          <a:prstGeom prst="rect">
            <a:avLst/>
          </a:prstGeom>
        </p:spPr>
      </p:pic>
      <p:pic>
        <p:nvPicPr>
          <p:cNvPr id="12" name="תמונה 8">
            <a:extLst>
              <a:ext uri="{FF2B5EF4-FFF2-40B4-BE49-F238E27FC236}">
                <a16:creationId xmlns:a16="http://schemas.microsoft.com/office/drawing/2014/main" id="{7D9D6A15-A9FA-C8BD-00C1-0942884BE00A}"/>
              </a:ext>
            </a:extLst>
          </p:cNvPr>
          <p:cNvPicPr>
            <a:picLocks noChangeAspect="1"/>
          </p:cNvPicPr>
          <p:nvPr/>
        </p:nvPicPr>
        <p:blipFill>
          <a:blip r:embed="rId3"/>
          <a:stretch>
            <a:fillRect/>
          </a:stretch>
        </p:blipFill>
        <p:spPr>
          <a:xfrm>
            <a:off x="5891329" y="3860885"/>
            <a:ext cx="6084275" cy="2611392"/>
          </a:xfrm>
          <a:prstGeom prst="rect">
            <a:avLst/>
          </a:prstGeom>
          <a:ln>
            <a:solidFill>
              <a:schemeClr val="tx1"/>
            </a:solidFill>
          </a:ln>
        </p:spPr>
      </p:pic>
    </p:spTree>
    <p:extLst>
      <p:ext uri="{BB962C8B-B14F-4D97-AF65-F5344CB8AC3E}">
        <p14:creationId xmlns:p14="http://schemas.microsoft.com/office/powerpoint/2010/main" val="3843944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MP2.24. Restore Blurred Images – Convolution – HPF</a:t>
            </a:r>
            <a:endParaRPr lang="en-IL" sz="3600" b="1" dirty="0"/>
          </a:p>
        </p:txBody>
      </p:sp>
      <p:sp>
        <p:nvSpPr>
          <p:cNvPr id="27" name="Content Placeholder 9">
            <a:extLst>
              <a:ext uri="{FF2B5EF4-FFF2-40B4-BE49-F238E27FC236}">
                <a16:creationId xmlns:a16="http://schemas.microsoft.com/office/drawing/2014/main" id="{C57DDD37-50DE-6020-E4E7-F6B64148A383}"/>
              </a:ext>
            </a:extLst>
          </p:cNvPr>
          <p:cNvSpPr txBox="1">
            <a:spLocks/>
          </p:cNvSpPr>
          <p:nvPr/>
        </p:nvSpPr>
        <p:spPr>
          <a:xfrm>
            <a:off x="312756" y="1078204"/>
            <a:ext cx="6051468" cy="235079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applied the same high-pass convolution filters that we had designed before.</a:t>
            </a:r>
          </a:p>
          <a:p>
            <a:pPr algn="l" fontAlgn="base"/>
            <a:r>
              <a:rPr lang="en-US" sz="1800" dirty="0"/>
              <a:t>Both filters are sharpening filters.</a:t>
            </a:r>
          </a:p>
          <a:p>
            <a:pPr algn="l" fontAlgn="base"/>
            <a:r>
              <a:rPr lang="en-US" sz="1800" dirty="0"/>
              <a:t>Sharpening enhances image details and edges, making them more prominent.</a:t>
            </a:r>
          </a:p>
          <a:p>
            <a:pPr algn="l" fontAlgn="base"/>
            <a:r>
              <a:rPr lang="en-US" sz="1800" dirty="0"/>
              <a:t>It involves convolving the image with a sharpening kernel, which emphasizes high-contrast areas</a:t>
            </a:r>
          </a:p>
        </p:txBody>
      </p:sp>
      <mc:AlternateContent xmlns:mc="http://schemas.openxmlformats.org/markup-compatibility/2006" xmlns:a14="http://schemas.microsoft.com/office/drawing/2010/main">
        <mc:Choice Requires="a14">
          <p:sp>
            <p:nvSpPr>
              <p:cNvPr id="28" name="Content Placeholder 9">
                <a:extLst>
                  <a:ext uri="{FF2B5EF4-FFF2-40B4-BE49-F238E27FC236}">
                    <a16:creationId xmlns:a16="http://schemas.microsoft.com/office/drawing/2014/main" id="{226B4BB7-B7E8-1C68-C2DA-AEBB9E1D6332}"/>
                  </a:ext>
                </a:extLst>
              </p:cNvPr>
              <p:cNvSpPr txBox="1">
                <a:spLocks/>
              </p:cNvSpPr>
              <p:nvPr/>
            </p:nvSpPr>
            <p:spPr>
              <a:xfrm>
                <a:off x="6959075" y="1115667"/>
                <a:ext cx="3841758" cy="860324"/>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eaLnBrk="1" latinLnBrk="0" hangingPunct="1">
                  <a:spcBef>
                    <a:spcPts val="0"/>
                  </a:spcBef>
                  <a:spcAft>
                    <a:spcPts val="0"/>
                  </a:spcAft>
                  <a:buNone/>
                </a:pPr>
                <a:r>
                  <a:rPr lang="en-US" sz="1800" kern="1200" dirty="0">
                    <a:solidFill>
                      <a:srgbClr val="000000"/>
                    </a:solidFill>
                    <a:effectLst/>
                    <a:ea typeface="+mn-ea"/>
                    <a:cs typeface="+mn-cs"/>
                  </a:rPr>
                  <a:t>HPF1c Design:	</a:t>
                </a:r>
                <a14:m>
                  <m:oMath xmlns:m="http://schemas.openxmlformats.org/officeDocument/2006/math">
                    <m:d>
                      <m:dPr>
                        <m:begChr m:val="["/>
                        <m:endChr m:val="]"/>
                        <m:ctrlPr>
                          <a:rPr lang="en-US" sz="1800" i="1" kern="1200">
                            <a:solidFill>
                              <a:srgbClr val="000000"/>
                            </a:solidFill>
                            <a:effectLst/>
                            <a:latin typeface="Cambria Math" panose="02040503050406030204" pitchFamily="18" charset="0"/>
                            <a:ea typeface="+mn-ea"/>
                            <a:cs typeface="+mn-cs"/>
                          </a:rPr>
                        </m:ctrlPr>
                      </m:dPr>
                      <m:e>
                        <m:m>
                          <m:mPr>
                            <m:mcs>
                              <m:mc>
                                <m:mcPr>
                                  <m:count m:val="3"/>
                                  <m:mcJc m:val="center"/>
                                </m:mcPr>
                              </m:mc>
                            </m:mcs>
                            <m:ctrlPr>
                              <a:rPr lang="en-US" sz="1800" i="1" kern="1200">
                                <a:solidFill>
                                  <a:srgbClr val="000000"/>
                                </a:solidFill>
                                <a:effectLst/>
                                <a:latin typeface="Cambria Math" panose="02040503050406030204" pitchFamily="18" charset="0"/>
                                <a:ea typeface="+mn-ea"/>
                                <a:cs typeface="+mn-cs"/>
                              </a:rPr>
                            </m:ctrlPr>
                          </m:mP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b="0" i="1" kern="1200">
                                  <a:solidFill>
                                    <a:srgbClr val="000000"/>
                                  </a:solidFill>
                                  <a:effectLst/>
                                  <a:latin typeface="Cambria Math" panose="02040503050406030204" pitchFamily="18" charset="0"/>
                                  <a:ea typeface="+mn-ea"/>
                                  <a:cs typeface="+mn-cs"/>
                                </a:rPr>
                                <m:t>17</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r>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e>
                              <m:r>
                                <a:rPr lang="en-US" sz="1800" i="1" kern="1200">
                                  <a:solidFill>
                                    <a:srgbClr val="000000"/>
                                  </a:solidFill>
                                  <a:effectLst/>
                                  <a:latin typeface="Cambria Math" panose="02040503050406030204" pitchFamily="18" charset="0"/>
                                  <a:ea typeface="+mn-ea"/>
                                  <a:cs typeface="+mn-cs"/>
                                </a:rPr>
                                <m:t>−</m:t>
                              </m:r>
                              <m:r>
                                <a:rPr lang="en-US" sz="1800" b="0" i="1" kern="1200">
                                  <a:solidFill>
                                    <a:srgbClr val="000000"/>
                                  </a:solidFill>
                                  <a:effectLst/>
                                  <a:latin typeface="Cambria Math" panose="02040503050406030204" pitchFamily="18" charset="0"/>
                                  <a:ea typeface="+mn-ea"/>
                                  <a:cs typeface="+mn-cs"/>
                                </a:rPr>
                                <m:t>2</m:t>
                              </m:r>
                            </m:e>
                          </m:mr>
                        </m:m>
                      </m:e>
                    </m:d>
                  </m:oMath>
                </a14:m>
                <a:endParaRPr lang="en-US" sz="1800" dirty="0"/>
              </a:p>
            </p:txBody>
          </p:sp>
        </mc:Choice>
        <mc:Fallback xmlns="">
          <p:sp>
            <p:nvSpPr>
              <p:cNvPr id="28" name="Content Placeholder 9">
                <a:extLst>
                  <a:ext uri="{FF2B5EF4-FFF2-40B4-BE49-F238E27FC236}">
                    <a16:creationId xmlns:a16="http://schemas.microsoft.com/office/drawing/2014/main" id="{226B4BB7-B7E8-1C68-C2DA-AEBB9E1D6332}"/>
                  </a:ext>
                </a:extLst>
              </p:cNvPr>
              <p:cNvSpPr txBox="1">
                <a:spLocks noRot="1" noChangeAspect="1" noMove="1" noResize="1" noEditPoints="1" noAdjustHandles="1" noChangeArrowheads="1" noChangeShapeType="1" noTextEdit="1"/>
              </p:cNvSpPr>
              <p:nvPr/>
            </p:nvSpPr>
            <p:spPr>
              <a:xfrm>
                <a:off x="6959075" y="1115667"/>
                <a:ext cx="3841758" cy="860324"/>
              </a:xfrm>
              <a:prstGeom prst="rect">
                <a:avLst/>
              </a:prstGeom>
              <a:blipFill>
                <a:blip r:embed="rId2"/>
                <a:stretch>
                  <a:fillRect l="-1266"/>
                </a:stretch>
              </a:blipFill>
              <a:ln>
                <a:solidFill>
                  <a:schemeClr val="tx1"/>
                </a:solidFill>
              </a:ln>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 name="Content Placeholder 9">
                <a:extLst>
                  <a:ext uri="{FF2B5EF4-FFF2-40B4-BE49-F238E27FC236}">
                    <a16:creationId xmlns:a16="http://schemas.microsoft.com/office/drawing/2014/main" id="{B6D05F11-B07E-049F-4FFC-C6A01DAACFC7}"/>
                  </a:ext>
                </a:extLst>
              </p:cNvPr>
              <p:cNvSpPr txBox="1">
                <a:spLocks/>
              </p:cNvSpPr>
              <p:nvPr/>
            </p:nvSpPr>
            <p:spPr>
              <a:xfrm>
                <a:off x="6959075" y="2132527"/>
                <a:ext cx="4690381" cy="87585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kern="1200" dirty="0">
                    <a:solidFill>
                      <a:srgbClr val="000000"/>
                    </a:solidFill>
                    <a:effectLst/>
                    <a:ea typeface="+mn-ea"/>
                    <a:cs typeface="+mn-cs"/>
                  </a:rPr>
                  <a:t>HPF2c Design:	</a:t>
                </a:r>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16</m:t>
                        </m:r>
                      </m:den>
                    </m:f>
                    <m:r>
                      <a:rPr lang="en-US" sz="1800" i="1">
                        <a:latin typeface="Cambria Math" panose="02040503050406030204" pitchFamily="18" charset="0"/>
                      </a:rPr>
                      <m:t> ∗</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m:t>
                              </m:r>
                              <m:r>
                                <a:rPr lang="en-US" sz="1800" i="1">
                                  <a:latin typeface="Cambria Math" panose="02040503050406030204" pitchFamily="18" charset="0"/>
                                </a:rPr>
                                <m:t>8</m:t>
                              </m:r>
                            </m:e>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m:t>
                              </m:r>
                              <m:r>
                                <a:rPr lang="en-US" sz="1800" i="1">
                                  <a:latin typeface="Cambria Math" panose="02040503050406030204" pitchFamily="18" charset="0"/>
                                </a:rPr>
                                <m:t>8</m:t>
                              </m:r>
                            </m:e>
                          </m:mr>
                          <m:mr>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112</m:t>
                              </m:r>
                            </m:e>
                            <m:e>
                              <m:r>
                                <a:rPr lang="en-US" sz="1800" i="1">
                                  <a:latin typeface="Cambria Math" panose="02040503050406030204" pitchFamily="18" charset="0"/>
                                </a:rPr>
                                <m:t>−</m:t>
                              </m:r>
                              <m:r>
                                <a:rPr lang="en-US" sz="1800" i="1">
                                  <a:latin typeface="Cambria Math" panose="02040503050406030204" pitchFamily="18" charset="0"/>
                                </a:rPr>
                                <m:t>16</m:t>
                              </m:r>
                            </m:e>
                          </m:mr>
                          <m:mr>
                            <m:e>
                              <m:r>
                                <a:rPr lang="en-US" sz="1800" i="1">
                                  <a:latin typeface="Cambria Math" panose="02040503050406030204" pitchFamily="18" charset="0"/>
                                </a:rPr>
                                <m:t>−</m:t>
                              </m:r>
                              <m:r>
                                <a:rPr lang="en-US" sz="1800" i="1">
                                  <a:latin typeface="Cambria Math" panose="02040503050406030204" pitchFamily="18" charset="0"/>
                                </a:rPr>
                                <m:t>8</m:t>
                              </m:r>
                            </m:e>
                            <m:e>
                              <m:r>
                                <a:rPr lang="en-US" sz="1800" i="1">
                                  <a:latin typeface="Cambria Math" panose="02040503050406030204" pitchFamily="18" charset="0"/>
                                </a:rPr>
                                <m:t>−</m:t>
                              </m:r>
                              <m:r>
                                <a:rPr lang="en-US" sz="1800" i="1">
                                  <a:latin typeface="Cambria Math" panose="02040503050406030204" pitchFamily="18" charset="0"/>
                                </a:rPr>
                                <m:t>16</m:t>
                              </m:r>
                            </m:e>
                            <m:e>
                              <m:r>
                                <a:rPr lang="en-US" sz="1800" i="1">
                                  <a:latin typeface="Cambria Math" panose="02040503050406030204" pitchFamily="18" charset="0"/>
                                </a:rPr>
                                <m:t>−</m:t>
                              </m:r>
                              <m:r>
                                <a:rPr lang="en-US" sz="1800" i="1">
                                  <a:latin typeface="Cambria Math" panose="02040503050406030204" pitchFamily="18" charset="0"/>
                                </a:rPr>
                                <m:t>8</m:t>
                              </m:r>
                            </m:e>
                          </m:mr>
                        </m:m>
                      </m:e>
                    </m:d>
                  </m:oMath>
                </a14:m>
                <a:endParaRPr lang="en-US" sz="1800" i="1" dirty="0">
                  <a:latin typeface="Cambria Math" panose="02040503050406030204" pitchFamily="18" charset="0"/>
                </a:endParaRPr>
              </a:p>
              <a:p>
                <a:pPr marL="0" indent="0" algn="l" rtl="0" eaLnBrk="1" latinLnBrk="0" hangingPunct="1">
                  <a:spcBef>
                    <a:spcPts val="0"/>
                  </a:spcBef>
                  <a:spcAft>
                    <a:spcPts val="0"/>
                  </a:spcAft>
                  <a:buNone/>
                </a:pPr>
                <a:endParaRPr lang="en-US" sz="1800" dirty="0"/>
              </a:p>
            </p:txBody>
          </p:sp>
        </mc:Choice>
        <mc:Fallback xmlns="">
          <p:sp>
            <p:nvSpPr>
              <p:cNvPr id="2" name="Content Placeholder 9">
                <a:extLst>
                  <a:ext uri="{FF2B5EF4-FFF2-40B4-BE49-F238E27FC236}">
                    <a16:creationId xmlns:a16="http://schemas.microsoft.com/office/drawing/2014/main" id="{B6D05F11-B07E-049F-4FFC-C6A01DAACFC7}"/>
                  </a:ext>
                </a:extLst>
              </p:cNvPr>
              <p:cNvSpPr txBox="1">
                <a:spLocks noRot="1" noChangeAspect="1" noMove="1" noResize="1" noEditPoints="1" noAdjustHandles="1" noChangeArrowheads="1" noChangeShapeType="1" noTextEdit="1"/>
              </p:cNvSpPr>
              <p:nvPr/>
            </p:nvSpPr>
            <p:spPr>
              <a:xfrm>
                <a:off x="6959075" y="2132527"/>
                <a:ext cx="4690381" cy="875851"/>
              </a:xfrm>
              <a:prstGeom prst="rect">
                <a:avLst/>
              </a:prstGeom>
              <a:blipFill>
                <a:blip r:embed="rId3"/>
                <a:stretch>
                  <a:fillRect l="-1038"/>
                </a:stretch>
              </a:blipFill>
              <a:ln>
                <a:solidFill>
                  <a:schemeClr val="tx1"/>
                </a:solidFill>
              </a:ln>
            </p:spPr>
            <p:txBody>
              <a:bodyPr/>
              <a:lstStyle/>
              <a:p>
                <a:r>
                  <a:rPr lang="en-IL">
                    <a:noFill/>
                  </a:rPr>
                  <a:t> </a:t>
                </a:r>
              </a:p>
            </p:txBody>
          </p:sp>
        </mc:Fallback>
      </mc:AlternateContent>
    </p:spTree>
    <p:extLst>
      <p:ext uri="{BB962C8B-B14F-4D97-AF65-F5344CB8AC3E}">
        <p14:creationId xmlns:p14="http://schemas.microsoft.com/office/powerpoint/2010/main" val="6581800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MP2.25. Restore Blurred Images – FFT</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526713" y="1130809"/>
            <a:ext cx="6496263" cy="259080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dirty="0"/>
              <a:t>We created a high-pass filter Inversed Gaussian filter in the frequency domain (FD- Fig 64) with </a:t>
            </a:r>
            <a:r>
              <a:rPr lang="en-US" sz="1800" dirty="0" err="1"/>
              <a:t>sigmaRadius</a:t>
            </a:r>
            <a:r>
              <a:rPr lang="en-US" sz="1800" dirty="0"/>
              <a:t> = 40.</a:t>
            </a:r>
          </a:p>
          <a:p>
            <a:pPr fontAlgn="base"/>
            <a:r>
              <a:rPr lang="en-US" sz="1800" dirty="0"/>
              <a:t>This filter acts as the inverse of the original Gaussian LPF in the frequency domain as described in slide MP2.24 (Fig 65).</a:t>
            </a:r>
          </a:p>
          <a:p>
            <a:pPr fontAlgn="base"/>
            <a:r>
              <a:rPr lang="en-US" sz="1800" dirty="0"/>
              <a:t>Our aim with this filter was to effectively restore the Gaussian filter in the frequency domain (FD). Multiplying the filter and its inverse in FD results in the identity filter, achieving nearly perfect restoration.</a:t>
            </a:r>
          </a:p>
        </p:txBody>
      </p:sp>
      <p:sp>
        <p:nvSpPr>
          <p:cNvPr id="8" name="Content Placeholder 9">
            <a:extLst>
              <a:ext uri="{FF2B5EF4-FFF2-40B4-BE49-F238E27FC236}">
                <a16:creationId xmlns:a16="http://schemas.microsoft.com/office/drawing/2014/main" id="{4BAB4B5C-C4D5-08CC-9D79-EF4BDE7115AF}"/>
              </a:ext>
            </a:extLst>
          </p:cNvPr>
          <p:cNvSpPr txBox="1">
            <a:spLocks/>
          </p:cNvSpPr>
          <p:nvPr/>
        </p:nvSpPr>
        <p:spPr>
          <a:xfrm>
            <a:off x="8246298" y="2775511"/>
            <a:ext cx="1864454"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64: Gaussian Filter in FD</a:t>
            </a:r>
            <a:endParaRPr lang="en-IL" sz="1100" dirty="0"/>
          </a:p>
        </p:txBody>
      </p:sp>
      <p:sp>
        <p:nvSpPr>
          <p:cNvPr id="11" name="Content Placeholder 9">
            <a:extLst>
              <a:ext uri="{FF2B5EF4-FFF2-40B4-BE49-F238E27FC236}">
                <a16:creationId xmlns:a16="http://schemas.microsoft.com/office/drawing/2014/main" id="{7B985965-2A13-FC8C-25E8-3B3C7437C7E9}"/>
              </a:ext>
            </a:extLst>
          </p:cNvPr>
          <p:cNvSpPr txBox="1">
            <a:spLocks/>
          </p:cNvSpPr>
          <p:nvPr/>
        </p:nvSpPr>
        <p:spPr>
          <a:xfrm>
            <a:off x="7952726" y="5602912"/>
            <a:ext cx="2446531" cy="259787"/>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65: Profilers of Gaussian Filter in FD</a:t>
            </a:r>
            <a:endParaRPr lang="en-IL" sz="1100" dirty="0"/>
          </a:p>
        </p:txBody>
      </p:sp>
      <p:pic>
        <p:nvPicPr>
          <p:cNvPr id="4" name="Picture 3">
            <a:extLst>
              <a:ext uri="{FF2B5EF4-FFF2-40B4-BE49-F238E27FC236}">
                <a16:creationId xmlns:a16="http://schemas.microsoft.com/office/drawing/2014/main" id="{3D78DD22-9575-35ED-156F-67CDD87D39E3}"/>
              </a:ext>
            </a:extLst>
          </p:cNvPr>
          <p:cNvPicPr>
            <a:picLocks noChangeAspect="1"/>
          </p:cNvPicPr>
          <p:nvPr/>
        </p:nvPicPr>
        <p:blipFill>
          <a:blip r:embed="rId2"/>
          <a:stretch>
            <a:fillRect/>
          </a:stretch>
        </p:blipFill>
        <p:spPr>
          <a:xfrm>
            <a:off x="7999396" y="3305238"/>
            <a:ext cx="2363285" cy="2278377"/>
          </a:xfrm>
          <a:prstGeom prst="rect">
            <a:avLst/>
          </a:prstGeom>
        </p:spPr>
      </p:pic>
      <p:pic>
        <p:nvPicPr>
          <p:cNvPr id="10" name="Picture 9" descr="A black circle on a white background&#10;&#10;Description automatically generated">
            <a:extLst>
              <a:ext uri="{FF2B5EF4-FFF2-40B4-BE49-F238E27FC236}">
                <a16:creationId xmlns:a16="http://schemas.microsoft.com/office/drawing/2014/main" id="{1BA30C2B-079D-CCD7-FEE0-1F0FEF08BA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0332" y="676931"/>
            <a:ext cx="2036386" cy="2036386"/>
          </a:xfrm>
          <a:prstGeom prst="rect">
            <a:avLst/>
          </a:prstGeom>
          <a:ln w="12700">
            <a:solidFill>
              <a:schemeClr val="tx1"/>
            </a:solidFill>
          </a:ln>
        </p:spPr>
      </p:pic>
    </p:spTree>
    <p:extLst>
      <p:ext uri="{BB962C8B-B14F-4D97-AF65-F5344CB8AC3E}">
        <p14:creationId xmlns:p14="http://schemas.microsoft.com/office/powerpoint/2010/main" val="2659279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707224" y="1112521"/>
            <a:ext cx="7869848" cy="289255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As done before, we utilized the set of three High Pass Filters (HPFs) that we designed specifically for this task to enhance the clarity and detail of the three blurred images. </a:t>
            </a:r>
          </a:p>
          <a:p>
            <a:pPr algn="l" fontAlgn="base"/>
            <a:r>
              <a:rPr lang="en-US" sz="1800" dirty="0"/>
              <a:t>Taking a systematic approach, we systematically applied each HPF to every individual blurred image in the set. </a:t>
            </a:r>
          </a:p>
          <a:p>
            <a:pPr algn="l" fontAlgn="base"/>
            <a:r>
              <a:rPr lang="en-US" sz="1800" dirty="0"/>
              <a:t>Afterward, we carefully analyzed the effects and improvements brought about by each HPF on the respective blurred image it was applied to.</a:t>
            </a:r>
          </a:p>
          <a:p>
            <a:pPr algn="l" fontAlgn="base"/>
            <a:r>
              <a:rPr lang="en-US" sz="1800" dirty="0"/>
              <a:t>This comprehensive evaluation allowed us to gain insights into the efficacy and performance of each HPF in terms of enhancing image sharpness and detail.</a:t>
            </a:r>
          </a:p>
        </p:txBody>
      </p:sp>
    </p:spTree>
    <p:extLst>
      <p:ext uri="{BB962C8B-B14F-4D97-AF65-F5344CB8AC3E}">
        <p14:creationId xmlns:p14="http://schemas.microsoft.com/office/powerpoint/2010/main" val="2540171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307936" y="838200"/>
            <a:ext cx="5083214" cy="5807075"/>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Tim2LPF5c.bmp (Fig 66).</a:t>
            </a:r>
          </a:p>
          <a:p>
            <a:pPr algn="l" rtl="0"/>
            <a:r>
              <a:rPr lang="en-US" sz="1800" dirty="0"/>
              <a:t>In Fig 67 we can see the restored image using the first HPF. The image appears to have high-frequency noise, likely due to the application of the HPF. The radial lines seem to be more pronounced compared to the first blurred image, suggesting some level of restoration. However, the image still lacks the clarity of the original image. It also appears slightly more saturated. </a:t>
            </a:r>
          </a:p>
          <a:p>
            <a:pPr algn="l" rtl="0"/>
            <a:r>
              <a:rPr lang="en-US" sz="1800" dirty="0"/>
              <a:t>The restored image shows some improvement in detail compared to the first blurred image, but it does not fully match the clarity of the original image. This is expected as once an image is blurred (high-frequency details are lost), it’s challenging to fully restore it to its original state using a HPF.</a:t>
            </a:r>
          </a:p>
          <a:p>
            <a:pPr algn="l" rtl="0"/>
            <a:r>
              <a:rPr lang="en-US" sz="1800" dirty="0"/>
              <a:t>The row profiler matches the above. It changes more drastically compared to the original image, as can be seen by the capping at the top and bottom. </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66: Profilers for Tim2LPF5c.bmp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67: Profilers for HPF1cTim2LPF5c.bmp</a:t>
            </a:r>
            <a:endParaRPr lang="en-IL" sz="1100" dirty="0"/>
          </a:p>
        </p:txBody>
      </p:sp>
      <p:pic>
        <p:nvPicPr>
          <p:cNvPr id="6" name="תמונה 5">
            <a:extLst>
              <a:ext uri="{FF2B5EF4-FFF2-40B4-BE49-F238E27FC236}">
                <a16:creationId xmlns:a16="http://schemas.microsoft.com/office/drawing/2014/main" id="{08D1DEDE-9AF7-4F81-F71C-15866E7E0B3B}"/>
              </a:ext>
            </a:extLst>
          </p:cNvPr>
          <p:cNvPicPr>
            <a:picLocks noChangeAspect="1"/>
          </p:cNvPicPr>
          <p:nvPr/>
        </p:nvPicPr>
        <p:blipFill>
          <a:blip r:embed="rId2"/>
          <a:stretch>
            <a:fillRect/>
          </a:stretch>
        </p:blipFill>
        <p:spPr>
          <a:xfrm>
            <a:off x="5626178" y="838200"/>
            <a:ext cx="6334086" cy="2614940"/>
          </a:xfrm>
          <a:prstGeom prst="rect">
            <a:avLst/>
          </a:prstGeom>
          <a:ln>
            <a:solidFill>
              <a:schemeClr val="tx1"/>
            </a:solidFill>
          </a:ln>
        </p:spPr>
      </p:pic>
      <p:pic>
        <p:nvPicPr>
          <p:cNvPr id="7" name="תמונה 3">
            <a:extLst>
              <a:ext uri="{FF2B5EF4-FFF2-40B4-BE49-F238E27FC236}">
                <a16:creationId xmlns:a16="http://schemas.microsoft.com/office/drawing/2014/main" id="{DA3C2F22-B1FD-8879-03B9-A8DE5F4865A7}"/>
              </a:ext>
            </a:extLst>
          </p:cNvPr>
          <p:cNvPicPr>
            <a:picLocks noChangeAspect="1"/>
          </p:cNvPicPr>
          <p:nvPr/>
        </p:nvPicPr>
        <p:blipFill rotWithShape="1">
          <a:blip r:embed="rId3"/>
          <a:srcRect b="2124"/>
          <a:stretch/>
        </p:blipFill>
        <p:spPr>
          <a:xfrm>
            <a:off x="5626178" y="3760893"/>
            <a:ext cx="6334086" cy="2681182"/>
          </a:xfrm>
          <a:prstGeom prst="rect">
            <a:avLst/>
          </a:prstGeom>
          <a:ln>
            <a:solidFill>
              <a:schemeClr val="tx1"/>
            </a:solidFill>
          </a:ln>
        </p:spPr>
      </p:pic>
    </p:spTree>
    <p:extLst>
      <p:ext uri="{BB962C8B-B14F-4D97-AF65-F5344CB8AC3E}">
        <p14:creationId xmlns:p14="http://schemas.microsoft.com/office/powerpoint/2010/main" val="2585314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5"/>
            <a:ext cx="5083214" cy="302971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Tim2LPF7c.bmp (Fig 68).</a:t>
            </a:r>
          </a:p>
          <a:p>
            <a:pPr algn="l" rtl="0"/>
            <a:r>
              <a:rPr lang="en-US" sz="1800" dirty="0"/>
              <a:t>In Fig 69 we can see the restored image using the first HPF. Again, The image appears to have high-frequency noise, likely due to the application of the HPF. </a:t>
            </a:r>
          </a:p>
          <a:p>
            <a:pPr algn="l" rtl="0"/>
            <a:r>
              <a:rPr lang="en-US" sz="1800" dirty="0"/>
              <a:t>The restored image shows some improvement in detail compared to the first blurred image, but it does not fully match the clarity of the original image in this case either.</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68: Profilers for Tim2LPF7c.bmp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69: Profilers for HPF1cTim2LPF7c.bmp</a:t>
            </a:r>
            <a:endParaRPr lang="en-IL" sz="1100" dirty="0"/>
          </a:p>
        </p:txBody>
      </p:sp>
      <p:pic>
        <p:nvPicPr>
          <p:cNvPr id="3" name="תמונה 8">
            <a:extLst>
              <a:ext uri="{FF2B5EF4-FFF2-40B4-BE49-F238E27FC236}">
                <a16:creationId xmlns:a16="http://schemas.microsoft.com/office/drawing/2014/main" id="{71916A6B-E72B-2B86-1776-DA26E1839884}"/>
              </a:ext>
            </a:extLst>
          </p:cNvPr>
          <p:cNvPicPr>
            <a:picLocks noChangeAspect="1"/>
          </p:cNvPicPr>
          <p:nvPr/>
        </p:nvPicPr>
        <p:blipFill rotWithShape="1">
          <a:blip r:embed="rId2"/>
          <a:srcRect b="4108"/>
          <a:stretch/>
        </p:blipFill>
        <p:spPr>
          <a:xfrm>
            <a:off x="5626178" y="801567"/>
            <a:ext cx="6334086" cy="2645400"/>
          </a:xfrm>
          <a:prstGeom prst="rect">
            <a:avLst/>
          </a:prstGeom>
          <a:ln>
            <a:solidFill>
              <a:schemeClr val="tx1"/>
            </a:solidFill>
          </a:ln>
        </p:spPr>
      </p:pic>
      <p:pic>
        <p:nvPicPr>
          <p:cNvPr id="4" name="תמונה 2">
            <a:extLst>
              <a:ext uri="{FF2B5EF4-FFF2-40B4-BE49-F238E27FC236}">
                <a16:creationId xmlns:a16="http://schemas.microsoft.com/office/drawing/2014/main" id="{43D9DB0F-877F-7D9C-6598-8AFD30BB25F9}"/>
              </a:ext>
            </a:extLst>
          </p:cNvPr>
          <p:cNvPicPr>
            <a:picLocks noChangeAspect="1"/>
          </p:cNvPicPr>
          <p:nvPr/>
        </p:nvPicPr>
        <p:blipFill rotWithShape="1">
          <a:blip r:embed="rId3"/>
          <a:srcRect b="2133"/>
          <a:stretch/>
        </p:blipFill>
        <p:spPr>
          <a:xfrm>
            <a:off x="5626178" y="3790486"/>
            <a:ext cx="6334085" cy="2669228"/>
          </a:xfrm>
          <a:prstGeom prst="rect">
            <a:avLst/>
          </a:prstGeom>
          <a:ln>
            <a:solidFill>
              <a:schemeClr val="tx1"/>
            </a:solidFill>
          </a:ln>
        </p:spPr>
      </p:pic>
    </p:spTree>
    <p:extLst>
      <p:ext uri="{BB962C8B-B14F-4D97-AF65-F5344CB8AC3E}">
        <p14:creationId xmlns:p14="http://schemas.microsoft.com/office/powerpoint/2010/main" val="2761095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HPF1c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4"/>
            <a:ext cx="5083214" cy="3406753"/>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HPF1c on the blurred image Tim2LPFf.bmp (Fig 70).</a:t>
            </a:r>
          </a:p>
          <a:p>
            <a:pPr algn="l" rtl="0"/>
            <a:r>
              <a:rPr lang="en-US" sz="1800" dirty="0"/>
              <a:t>In Fig 71 we can see the restored image using the first HPF. The HPF is effective in restoring the original details of the image. Although there is some high-frequency noise, the image appears sharp and clear. </a:t>
            </a:r>
          </a:p>
          <a:p>
            <a:pPr algn="l" rtl="0"/>
            <a:r>
              <a:rPr lang="en-US" sz="1800" dirty="0"/>
              <a:t>The row profiler better resembles the original image’s row profile, albeit the amplitude is dumped in the middle. The is because losing the high frequency components during the blur process.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70: Profilers for Tim2LPFf.bmp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71: Profilers for HPF1cTim2LPFf.bmp</a:t>
            </a:r>
            <a:endParaRPr lang="en-IL" sz="1100" dirty="0"/>
          </a:p>
        </p:txBody>
      </p:sp>
      <p:pic>
        <p:nvPicPr>
          <p:cNvPr id="5" name="תמונה 10">
            <a:extLst>
              <a:ext uri="{FF2B5EF4-FFF2-40B4-BE49-F238E27FC236}">
                <a16:creationId xmlns:a16="http://schemas.microsoft.com/office/drawing/2014/main" id="{81EE3693-60CC-8811-1027-B5B0DF2D4494}"/>
              </a:ext>
            </a:extLst>
          </p:cNvPr>
          <p:cNvPicPr>
            <a:picLocks noChangeAspect="1"/>
          </p:cNvPicPr>
          <p:nvPr/>
        </p:nvPicPr>
        <p:blipFill>
          <a:blip r:embed="rId2"/>
          <a:stretch>
            <a:fillRect/>
          </a:stretch>
        </p:blipFill>
        <p:spPr>
          <a:xfrm>
            <a:off x="5676373" y="817774"/>
            <a:ext cx="6083885" cy="2611225"/>
          </a:xfrm>
          <a:prstGeom prst="rect">
            <a:avLst/>
          </a:prstGeom>
          <a:ln>
            <a:solidFill>
              <a:schemeClr val="tx1"/>
            </a:solidFill>
          </a:ln>
        </p:spPr>
      </p:pic>
      <p:pic>
        <p:nvPicPr>
          <p:cNvPr id="6" name="תמונה 12">
            <a:extLst>
              <a:ext uri="{FF2B5EF4-FFF2-40B4-BE49-F238E27FC236}">
                <a16:creationId xmlns:a16="http://schemas.microsoft.com/office/drawing/2014/main" id="{5E728946-21C9-0006-677D-1054A7C911D3}"/>
              </a:ext>
            </a:extLst>
          </p:cNvPr>
          <p:cNvPicPr>
            <a:picLocks noChangeAspect="1"/>
          </p:cNvPicPr>
          <p:nvPr/>
        </p:nvPicPr>
        <p:blipFill>
          <a:blip r:embed="rId3"/>
          <a:stretch>
            <a:fillRect/>
          </a:stretch>
        </p:blipFill>
        <p:spPr>
          <a:xfrm>
            <a:off x="5676372" y="3785035"/>
            <a:ext cx="6083885" cy="2611225"/>
          </a:xfrm>
          <a:prstGeom prst="rect">
            <a:avLst/>
          </a:prstGeom>
          <a:ln>
            <a:solidFill>
              <a:schemeClr val="tx1"/>
            </a:solidFill>
          </a:ln>
        </p:spPr>
      </p:pic>
    </p:spTree>
    <p:extLst>
      <p:ext uri="{BB962C8B-B14F-4D97-AF65-F5344CB8AC3E}">
        <p14:creationId xmlns:p14="http://schemas.microsoft.com/office/powerpoint/2010/main" val="35283943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307936" y="838200"/>
            <a:ext cx="5083214" cy="2886401"/>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Tim2LPF5c.bmp (Fig 72).</a:t>
            </a:r>
          </a:p>
          <a:p>
            <a:pPr algn="l" rtl="0"/>
            <a:r>
              <a:rPr lang="en-US" sz="1800" dirty="0"/>
              <a:t>In Fig 73 we can see the restored image using the second HPF. The HPF used here was slightly more effective in restoring the original details of the image. There is less high-frequency noise, and the image better maintains the sharpness and clarity of the original image.</a:t>
            </a:r>
          </a:p>
          <a:p>
            <a:pPr algn="l" rtl="0"/>
            <a:r>
              <a:rPr lang="en-US" sz="1800" dirty="0"/>
              <a:t>Also, the row profilers seems to change less rapidly.</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72: Profilers for Tim2LPF5c.bmp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73: Profilers for HPF2cTim2LPF5c.bmp</a:t>
            </a:r>
            <a:endParaRPr lang="en-IL" sz="1100" dirty="0"/>
          </a:p>
        </p:txBody>
      </p:sp>
      <p:pic>
        <p:nvPicPr>
          <p:cNvPr id="6" name="תמונה 5">
            <a:extLst>
              <a:ext uri="{FF2B5EF4-FFF2-40B4-BE49-F238E27FC236}">
                <a16:creationId xmlns:a16="http://schemas.microsoft.com/office/drawing/2014/main" id="{08D1DEDE-9AF7-4F81-F71C-15866E7E0B3B}"/>
              </a:ext>
            </a:extLst>
          </p:cNvPr>
          <p:cNvPicPr>
            <a:picLocks noChangeAspect="1"/>
          </p:cNvPicPr>
          <p:nvPr/>
        </p:nvPicPr>
        <p:blipFill>
          <a:blip r:embed="rId2"/>
          <a:stretch>
            <a:fillRect/>
          </a:stretch>
        </p:blipFill>
        <p:spPr>
          <a:xfrm>
            <a:off x="5626178" y="838200"/>
            <a:ext cx="6334086" cy="2614940"/>
          </a:xfrm>
          <a:prstGeom prst="rect">
            <a:avLst/>
          </a:prstGeom>
          <a:ln>
            <a:solidFill>
              <a:schemeClr val="tx1"/>
            </a:solidFill>
          </a:ln>
        </p:spPr>
      </p:pic>
      <p:pic>
        <p:nvPicPr>
          <p:cNvPr id="3" name="תמונה 2">
            <a:extLst>
              <a:ext uri="{FF2B5EF4-FFF2-40B4-BE49-F238E27FC236}">
                <a16:creationId xmlns:a16="http://schemas.microsoft.com/office/drawing/2014/main" id="{6CF7BF3E-75B6-8B71-4681-4FF923AB229E}"/>
              </a:ext>
            </a:extLst>
          </p:cNvPr>
          <p:cNvPicPr>
            <a:picLocks noChangeAspect="1"/>
          </p:cNvPicPr>
          <p:nvPr/>
        </p:nvPicPr>
        <p:blipFill>
          <a:blip r:embed="rId3"/>
          <a:stretch>
            <a:fillRect/>
          </a:stretch>
        </p:blipFill>
        <p:spPr>
          <a:xfrm>
            <a:off x="5626178" y="3769500"/>
            <a:ext cx="6293169" cy="2700260"/>
          </a:xfrm>
          <a:prstGeom prst="rect">
            <a:avLst/>
          </a:prstGeom>
          <a:ln>
            <a:solidFill>
              <a:schemeClr val="tx1"/>
            </a:solidFill>
          </a:ln>
        </p:spPr>
      </p:pic>
    </p:spTree>
    <p:extLst>
      <p:ext uri="{BB962C8B-B14F-4D97-AF65-F5344CB8AC3E}">
        <p14:creationId xmlns:p14="http://schemas.microsoft.com/office/powerpoint/2010/main" val="1231517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5"/>
            <a:ext cx="5083214" cy="3029712"/>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Tim2LPF7c.bmp (Fig 74).</a:t>
            </a:r>
          </a:p>
          <a:p>
            <a:pPr algn="l" rtl="0"/>
            <a:r>
              <a:rPr lang="en-US" sz="1800" dirty="0"/>
              <a:t>In Fig 75 we can see the restored image using the second HPF. This HPF was again more effective in restoring the original details of the image. There is less high-frequency noise, and the image better maintains the sharpness and clarity of the original image.</a:t>
            </a:r>
          </a:p>
          <a:p>
            <a:pPr algn="l" rtl="0"/>
            <a:r>
              <a:rPr lang="en-US" sz="1800" dirty="0"/>
              <a:t>Again, the row profilers seems to change less rapidly.</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74: Profilers for Tim2LPF7c.bmp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75: Profilers for HPF2cTim2LPF7c.bmp</a:t>
            </a:r>
            <a:endParaRPr lang="en-IL" sz="1100" dirty="0"/>
          </a:p>
        </p:txBody>
      </p:sp>
      <p:pic>
        <p:nvPicPr>
          <p:cNvPr id="3" name="תמונה 8">
            <a:extLst>
              <a:ext uri="{FF2B5EF4-FFF2-40B4-BE49-F238E27FC236}">
                <a16:creationId xmlns:a16="http://schemas.microsoft.com/office/drawing/2014/main" id="{71916A6B-E72B-2B86-1776-DA26E1839884}"/>
              </a:ext>
            </a:extLst>
          </p:cNvPr>
          <p:cNvPicPr>
            <a:picLocks noChangeAspect="1"/>
          </p:cNvPicPr>
          <p:nvPr/>
        </p:nvPicPr>
        <p:blipFill rotWithShape="1">
          <a:blip r:embed="rId2"/>
          <a:srcRect b="4108"/>
          <a:stretch/>
        </p:blipFill>
        <p:spPr>
          <a:xfrm>
            <a:off x="5626178" y="801567"/>
            <a:ext cx="6334086" cy="2645400"/>
          </a:xfrm>
          <a:prstGeom prst="rect">
            <a:avLst/>
          </a:prstGeom>
          <a:ln>
            <a:solidFill>
              <a:schemeClr val="tx1"/>
            </a:solidFill>
          </a:ln>
        </p:spPr>
      </p:pic>
      <p:pic>
        <p:nvPicPr>
          <p:cNvPr id="5" name="תמונה 4">
            <a:extLst>
              <a:ext uri="{FF2B5EF4-FFF2-40B4-BE49-F238E27FC236}">
                <a16:creationId xmlns:a16="http://schemas.microsoft.com/office/drawing/2014/main" id="{C56C9401-F09E-B9A7-7DE4-097D3673F716}"/>
              </a:ext>
            </a:extLst>
          </p:cNvPr>
          <p:cNvPicPr>
            <a:picLocks noChangeAspect="1"/>
          </p:cNvPicPr>
          <p:nvPr/>
        </p:nvPicPr>
        <p:blipFill>
          <a:blip r:embed="rId3"/>
          <a:stretch>
            <a:fillRect/>
          </a:stretch>
        </p:blipFill>
        <p:spPr>
          <a:xfrm>
            <a:off x="5626178" y="3763132"/>
            <a:ext cx="6334086" cy="2712996"/>
          </a:xfrm>
          <a:prstGeom prst="rect">
            <a:avLst/>
          </a:prstGeom>
          <a:ln>
            <a:solidFill>
              <a:schemeClr val="tx1"/>
            </a:solidFill>
          </a:ln>
        </p:spPr>
      </p:pic>
    </p:spTree>
    <p:extLst>
      <p:ext uri="{BB962C8B-B14F-4D97-AF65-F5344CB8AC3E}">
        <p14:creationId xmlns:p14="http://schemas.microsoft.com/office/powerpoint/2010/main" val="14785796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HPF2c</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5"/>
            <a:ext cx="5083214" cy="2974918"/>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HPF2c on the blurred image Tim2LPFf.bmp (Fig 76).</a:t>
            </a:r>
          </a:p>
          <a:p>
            <a:pPr algn="l" rtl="0"/>
            <a:r>
              <a:rPr lang="en-US" sz="1800" dirty="0"/>
              <a:t>In Fig 77 we can see the restored image using the second HPF. This HPF is </a:t>
            </a:r>
            <a:r>
              <a:rPr lang="en-US" sz="1800" b="1" dirty="0"/>
              <a:t>less</a:t>
            </a:r>
            <a:r>
              <a:rPr lang="en-US" sz="1800" dirty="0"/>
              <a:t> effective in restoring the original details of the image. The image is still blurry. Albeit less blurry, but it doesn’t match the original image in its sharpness and clarity.</a:t>
            </a:r>
          </a:p>
          <a:p>
            <a:pPr algn="l" rtl="0"/>
            <a:r>
              <a:rPr lang="en-US" sz="1800" dirty="0"/>
              <a:t>The row profiler of the restored image better resembles the original row profile compared to the blurred one but is still dumped in the middle.</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76: Profilers for Tim2LPFf.bmp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77: Profilers for HPF2cTim2LPFf.bmp</a:t>
            </a:r>
            <a:endParaRPr lang="en-IL" sz="1100" dirty="0"/>
          </a:p>
        </p:txBody>
      </p:sp>
      <p:pic>
        <p:nvPicPr>
          <p:cNvPr id="5" name="תמונה 10">
            <a:extLst>
              <a:ext uri="{FF2B5EF4-FFF2-40B4-BE49-F238E27FC236}">
                <a16:creationId xmlns:a16="http://schemas.microsoft.com/office/drawing/2014/main" id="{81EE3693-60CC-8811-1027-B5B0DF2D4494}"/>
              </a:ext>
            </a:extLst>
          </p:cNvPr>
          <p:cNvPicPr>
            <a:picLocks noChangeAspect="1"/>
          </p:cNvPicPr>
          <p:nvPr/>
        </p:nvPicPr>
        <p:blipFill>
          <a:blip r:embed="rId2"/>
          <a:stretch>
            <a:fillRect/>
          </a:stretch>
        </p:blipFill>
        <p:spPr>
          <a:xfrm>
            <a:off x="5676373" y="817774"/>
            <a:ext cx="6083885" cy="2611225"/>
          </a:xfrm>
          <a:prstGeom prst="rect">
            <a:avLst/>
          </a:prstGeom>
          <a:ln>
            <a:solidFill>
              <a:schemeClr val="tx1"/>
            </a:solidFill>
          </a:ln>
        </p:spPr>
      </p:pic>
      <p:pic>
        <p:nvPicPr>
          <p:cNvPr id="4" name="תמונה 11">
            <a:extLst>
              <a:ext uri="{FF2B5EF4-FFF2-40B4-BE49-F238E27FC236}">
                <a16:creationId xmlns:a16="http://schemas.microsoft.com/office/drawing/2014/main" id="{98B7B5E8-71B2-F4B6-F2CF-DC0A20929992}"/>
              </a:ext>
            </a:extLst>
          </p:cNvPr>
          <p:cNvPicPr>
            <a:picLocks noChangeAspect="1"/>
          </p:cNvPicPr>
          <p:nvPr/>
        </p:nvPicPr>
        <p:blipFill>
          <a:blip r:embed="rId3"/>
          <a:stretch>
            <a:fillRect/>
          </a:stretch>
        </p:blipFill>
        <p:spPr>
          <a:xfrm>
            <a:off x="5676372" y="3792692"/>
            <a:ext cx="6083885" cy="2590489"/>
          </a:xfrm>
          <a:prstGeom prst="rect">
            <a:avLst/>
          </a:prstGeom>
          <a:ln>
            <a:solidFill>
              <a:schemeClr val="tx1"/>
            </a:solidFill>
          </a:ln>
        </p:spPr>
      </p:pic>
    </p:spTree>
    <p:extLst>
      <p:ext uri="{BB962C8B-B14F-4D97-AF65-F5344CB8AC3E}">
        <p14:creationId xmlns:p14="http://schemas.microsoft.com/office/powerpoint/2010/main" val="42647097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307936" y="838200"/>
            <a:ext cx="5083214" cy="441045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on the blurred image Tim2LPF5c.bmp (Fig 78).</a:t>
            </a:r>
          </a:p>
          <a:p>
            <a:pPr algn="l" rtl="0"/>
            <a:r>
              <a:rPr lang="en-US" sz="1800" dirty="0"/>
              <a:t>In Fig 79 we can see an attempt at restoring the blurred image using FFT. It doesn’t seem sharper, and the image is more grayscale and less vibrant.</a:t>
            </a:r>
          </a:p>
          <a:p>
            <a:pPr algn="l" rtl="0"/>
            <a:r>
              <a:rPr lang="en-US" sz="1800" dirty="0"/>
              <a:t>It’s important to note that while FFT can help recover some of the lost details from the blurring process, it may not perfectly restore the image to its original state. This is because some information might have been lost during the blurring process that cannot be recovered. </a:t>
            </a:r>
          </a:p>
          <a:p>
            <a:pPr algn="l" rtl="0"/>
            <a:r>
              <a:rPr lang="en-US" sz="1800" dirty="0"/>
              <a:t>The row profiler of the restored image doesn’t quite resemble the original row profile either. It has the same pattern (increasing oscillation towards the middle), but the amplitude is smaller.</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78: Profilers for Tim2LPF5c.bmp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79: Profilers for HPFfTim2LPF5c.bmp</a:t>
            </a:r>
            <a:endParaRPr lang="en-IL" sz="1100" dirty="0"/>
          </a:p>
        </p:txBody>
      </p:sp>
      <p:pic>
        <p:nvPicPr>
          <p:cNvPr id="6" name="תמונה 5">
            <a:extLst>
              <a:ext uri="{FF2B5EF4-FFF2-40B4-BE49-F238E27FC236}">
                <a16:creationId xmlns:a16="http://schemas.microsoft.com/office/drawing/2014/main" id="{08D1DEDE-9AF7-4F81-F71C-15866E7E0B3B}"/>
              </a:ext>
            </a:extLst>
          </p:cNvPr>
          <p:cNvPicPr>
            <a:picLocks noChangeAspect="1"/>
          </p:cNvPicPr>
          <p:nvPr/>
        </p:nvPicPr>
        <p:blipFill>
          <a:blip r:embed="rId2"/>
          <a:stretch>
            <a:fillRect/>
          </a:stretch>
        </p:blipFill>
        <p:spPr>
          <a:xfrm>
            <a:off x="5626178" y="838200"/>
            <a:ext cx="6334086" cy="2614940"/>
          </a:xfrm>
          <a:prstGeom prst="rect">
            <a:avLst/>
          </a:prstGeom>
          <a:ln>
            <a:solidFill>
              <a:schemeClr val="tx1"/>
            </a:solidFill>
          </a:ln>
        </p:spPr>
      </p:pic>
      <p:pic>
        <p:nvPicPr>
          <p:cNvPr id="4" name="תמונה 13">
            <a:extLst>
              <a:ext uri="{FF2B5EF4-FFF2-40B4-BE49-F238E27FC236}">
                <a16:creationId xmlns:a16="http://schemas.microsoft.com/office/drawing/2014/main" id="{29609AF5-4C97-86E8-2FE4-A18DDEC721C6}"/>
              </a:ext>
            </a:extLst>
          </p:cNvPr>
          <p:cNvPicPr>
            <a:picLocks noChangeAspect="1"/>
          </p:cNvPicPr>
          <p:nvPr/>
        </p:nvPicPr>
        <p:blipFill>
          <a:blip r:embed="rId3"/>
          <a:stretch>
            <a:fillRect/>
          </a:stretch>
        </p:blipFill>
        <p:spPr>
          <a:xfrm>
            <a:off x="5626178" y="3760894"/>
            <a:ext cx="6334086" cy="2708989"/>
          </a:xfrm>
          <a:prstGeom prst="rect">
            <a:avLst/>
          </a:prstGeom>
          <a:ln>
            <a:solidFill>
              <a:schemeClr val="tx1"/>
            </a:solidFill>
          </a:ln>
        </p:spPr>
      </p:pic>
    </p:spTree>
    <p:extLst>
      <p:ext uri="{BB962C8B-B14F-4D97-AF65-F5344CB8AC3E}">
        <p14:creationId xmlns:p14="http://schemas.microsoft.com/office/powerpoint/2010/main" val="15534713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5"/>
            <a:ext cx="5083214" cy="399197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on the blurred image Tim2LPF7c.bmp (Fig 80).</a:t>
            </a:r>
          </a:p>
          <a:p>
            <a:pPr algn="l" rtl="0"/>
            <a:r>
              <a:rPr lang="en-US" sz="1800" dirty="0"/>
              <a:t>In Fig 81 we can see an attempt at restoring the blurred image using FFT. As expected, because the 2 blurred images look the same, also the restored image doesn’t look too different from the previous one.</a:t>
            </a:r>
          </a:p>
          <a:p>
            <a:pPr algn="l" rtl="0"/>
            <a:r>
              <a:rPr lang="en-US" sz="1800" dirty="0"/>
              <a:t>As previously the restored image doesn’t seem sharper, and the image is more grayscale and less vibrant.</a:t>
            </a:r>
          </a:p>
          <a:p>
            <a:pPr algn="l" rtl="0"/>
            <a:r>
              <a:rPr lang="en-US" sz="1800" dirty="0"/>
              <a:t>The row profiler of the restored image doesn’t quite resemble the original row profile. It has the same pattern (increasing oscillation towards the middle), but the amplitude is smaller.</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80: Profilers for Tim2LPF7c.bmp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81: Profilers for HPFfTim2LPF7c.bmp</a:t>
            </a:r>
            <a:endParaRPr lang="en-IL" sz="1100" dirty="0"/>
          </a:p>
        </p:txBody>
      </p:sp>
      <p:pic>
        <p:nvPicPr>
          <p:cNvPr id="3" name="תמונה 8">
            <a:extLst>
              <a:ext uri="{FF2B5EF4-FFF2-40B4-BE49-F238E27FC236}">
                <a16:creationId xmlns:a16="http://schemas.microsoft.com/office/drawing/2014/main" id="{71916A6B-E72B-2B86-1776-DA26E1839884}"/>
              </a:ext>
            </a:extLst>
          </p:cNvPr>
          <p:cNvPicPr>
            <a:picLocks noChangeAspect="1"/>
          </p:cNvPicPr>
          <p:nvPr/>
        </p:nvPicPr>
        <p:blipFill rotWithShape="1">
          <a:blip r:embed="rId2"/>
          <a:srcRect b="4108"/>
          <a:stretch/>
        </p:blipFill>
        <p:spPr>
          <a:xfrm>
            <a:off x="5626178" y="801567"/>
            <a:ext cx="6334086" cy="2645400"/>
          </a:xfrm>
          <a:prstGeom prst="rect">
            <a:avLst/>
          </a:prstGeom>
          <a:ln>
            <a:solidFill>
              <a:schemeClr val="tx1"/>
            </a:solidFill>
          </a:ln>
        </p:spPr>
      </p:pic>
      <p:pic>
        <p:nvPicPr>
          <p:cNvPr id="4" name="תמונה 8">
            <a:extLst>
              <a:ext uri="{FF2B5EF4-FFF2-40B4-BE49-F238E27FC236}">
                <a16:creationId xmlns:a16="http://schemas.microsoft.com/office/drawing/2014/main" id="{DFC29E93-6CEE-A6E4-CEFF-083FC7A47B22}"/>
              </a:ext>
            </a:extLst>
          </p:cNvPr>
          <p:cNvPicPr>
            <a:picLocks noChangeAspect="1"/>
          </p:cNvPicPr>
          <p:nvPr/>
        </p:nvPicPr>
        <p:blipFill>
          <a:blip r:embed="rId3"/>
          <a:stretch>
            <a:fillRect/>
          </a:stretch>
        </p:blipFill>
        <p:spPr>
          <a:xfrm>
            <a:off x="5626178" y="3765524"/>
            <a:ext cx="6334086" cy="2708213"/>
          </a:xfrm>
          <a:prstGeom prst="rect">
            <a:avLst/>
          </a:prstGeom>
          <a:ln>
            <a:solidFill>
              <a:schemeClr val="tx1"/>
            </a:solidFill>
          </a:ln>
        </p:spPr>
      </p:pic>
    </p:spTree>
    <p:extLst>
      <p:ext uri="{BB962C8B-B14F-4D97-AF65-F5344CB8AC3E}">
        <p14:creationId xmlns:p14="http://schemas.microsoft.com/office/powerpoint/2010/main" val="35230835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198235-B3EC-4400-6030-699492EF7A5D}"/>
              </a:ext>
            </a:extLst>
          </p:cNvPr>
          <p:cNvSpPr>
            <a:spLocks noGrp="1"/>
          </p:cNvSpPr>
          <p:nvPr>
            <p:ph type="title"/>
          </p:nvPr>
        </p:nvSpPr>
        <p:spPr>
          <a:xfrm>
            <a:off x="158584" y="212725"/>
            <a:ext cx="11650978" cy="625475"/>
          </a:xfrm>
        </p:spPr>
        <p:txBody>
          <a:bodyPr vert="horz" lIns="91440" tIns="45720" rIns="91440" bIns="45720" rtlCol="0" anchor="ctr">
            <a:noAutofit/>
          </a:bodyPr>
          <a:lstStyle/>
          <a:p>
            <a:r>
              <a:rPr lang="en-US" sz="3600" b="1" dirty="0"/>
              <a:t>MP2.26. Restore Blurred Images – Results – </a:t>
            </a:r>
            <a:r>
              <a:rPr lang="en-US" sz="3600" b="1" dirty="0" err="1"/>
              <a:t>HPFf</a:t>
            </a:r>
            <a:endParaRPr lang="en-IL" sz="3600" b="1" dirty="0"/>
          </a:p>
        </p:txBody>
      </p:sp>
      <p:sp>
        <p:nvSpPr>
          <p:cNvPr id="2" name="Content Placeholder 9">
            <a:extLst>
              <a:ext uri="{FF2B5EF4-FFF2-40B4-BE49-F238E27FC236}">
                <a16:creationId xmlns:a16="http://schemas.microsoft.com/office/drawing/2014/main" id="{BF4F2C32-E81B-C407-683A-A15EC9497B27}"/>
              </a:ext>
            </a:extLst>
          </p:cNvPr>
          <p:cNvSpPr txBox="1">
            <a:spLocks/>
          </p:cNvSpPr>
          <p:nvPr/>
        </p:nvSpPr>
        <p:spPr>
          <a:xfrm>
            <a:off x="231736" y="817774"/>
            <a:ext cx="5083214" cy="341589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r>
              <a:rPr lang="en-US" sz="1800" dirty="0"/>
              <a:t>We utilized </a:t>
            </a:r>
            <a:r>
              <a:rPr lang="en-US" sz="1800" dirty="0" err="1"/>
              <a:t>HPFf</a:t>
            </a:r>
            <a:r>
              <a:rPr lang="en-US" sz="1800" dirty="0"/>
              <a:t> on the blurred image Tim2LPFf.bmp (Fig 82).</a:t>
            </a:r>
          </a:p>
          <a:p>
            <a:pPr algn="l" rtl="0"/>
            <a:r>
              <a:rPr lang="en-US" sz="1800" dirty="0"/>
              <a:t>In Fig 83 we can see an attempt at restoring the blurred image using FFT. It seems sharper than the blurred image but not as sharp as the original. Also, it appears more gray and less vibrant. It did a decent job at restoring the image, but it’s far from perfect.</a:t>
            </a:r>
          </a:p>
          <a:p>
            <a:pPr algn="l" rtl="0"/>
            <a:r>
              <a:rPr lang="en-US" sz="1800" dirty="0"/>
              <a:t>The row profiler of the restored image doesn’t quite resemble the original row profile either. It oscillates but the amplitude doesn’t match the original image’s amplitudes.</a:t>
            </a:r>
          </a:p>
        </p:txBody>
      </p:sp>
      <p:sp>
        <p:nvSpPr>
          <p:cNvPr id="36" name="Content Placeholder 9">
            <a:extLst>
              <a:ext uri="{FF2B5EF4-FFF2-40B4-BE49-F238E27FC236}">
                <a16:creationId xmlns:a16="http://schemas.microsoft.com/office/drawing/2014/main" id="{032C166A-2D44-4D60-5A4E-1ED7D95BF9A0}"/>
              </a:ext>
            </a:extLst>
          </p:cNvPr>
          <p:cNvSpPr txBox="1">
            <a:spLocks/>
          </p:cNvSpPr>
          <p:nvPr/>
        </p:nvSpPr>
        <p:spPr>
          <a:xfrm>
            <a:off x="7084205" y="3489433"/>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82: Profilers for Tim2LPFf.bmp</a:t>
            </a:r>
            <a:endParaRPr lang="en-IL" sz="1100" dirty="0"/>
          </a:p>
          <a:p>
            <a:pPr marL="0" indent="0" algn="ctr">
              <a:buNone/>
            </a:pPr>
            <a:endParaRPr lang="en-IL" sz="1100" dirty="0"/>
          </a:p>
        </p:txBody>
      </p:sp>
      <p:sp>
        <p:nvSpPr>
          <p:cNvPr id="8" name="Content Placeholder 9">
            <a:extLst>
              <a:ext uri="{FF2B5EF4-FFF2-40B4-BE49-F238E27FC236}">
                <a16:creationId xmlns:a16="http://schemas.microsoft.com/office/drawing/2014/main" id="{A2F48E83-8164-F9B8-4DC7-E7871487DE8B}"/>
              </a:ext>
            </a:extLst>
          </p:cNvPr>
          <p:cNvSpPr txBox="1">
            <a:spLocks/>
          </p:cNvSpPr>
          <p:nvPr/>
        </p:nvSpPr>
        <p:spPr>
          <a:xfrm>
            <a:off x="7168898" y="6514660"/>
            <a:ext cx="3418032" cy="235168"/>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83: Profilers for HPFfTim2LPFf.bmp</a:t>
            </a:r>
            <a:endParaRPr lang="en-IL" sz="1100" dirty="0"/>
          </a:p>
        </p:txBody>
      </p:sp>
      <p:pic>
        <p:nvPicPr>
          <p:cNvPr id="5" name="תמונה 10">
            <a:extLst>
              <a:ext uri="{FF2B5EF4-FFF2-40B4-BE49-F238E27FC236}">
                <a16:creationId xmlns:a16="http://schemas.microsoft.com/office/drawing/2014/main" id="{81EE3693-60CC-8811-1027-B5B0DF2D4494}"/>
              </a:ext>
            </a:extLst>
          </p:cNvPr>
          <p:cNvPicPr>
            <a:picLocks noChangeAspect="1"/>
          </p:cNvPicPr>
          <p:nvPr/>
        </p:nvPicPr>
        <p:blipFill>
          <a:blip r:embed="rId2"/>
          <a:stretch>
            <a:fillRect/>
          </a:stretch>
        </p:blipFill>
        <p:spPr>
          <a:xfrm>
            <a:off x="5676373" y="817774"/>
            <a:ext cx="6083885" cy="2611225"/>
          </a:xfrm>
          <a:prstGeom prst="rect">
            <a:avLst/>
          </a:prstGeom>
          <a:ln>
            <a:solidFill>
              <a:schemeClr val="tx1"/>
            </a:solidFill>
          </a:ln>
        </p:spPr>
      </p:pic>
      <p:pic>
        <p:nvPicPr>
          <p:cNvPr id="6" name="תמונה 11">
            <a:extLst>
              <a:ext uri="{FF2B5EF4-FFF2-40B4-BE49-F238E27FC236}">
                <a16:creationId xmlns:a16="http://schemas.microsoft.com/office/drawing/2014/main" id="{7E91C642-A92F-1FB2-4B43-35E33F3F4B95}"/>
              </a:ext>
            </a:extLst>
          </p:cNvPr>
          <p:cNvPicPr>
            <a:picLocks noChangeAspect="1"/>
          </p:cNvPicPr>
          <p:nvPr/>
        </p:nvPicPr>
        <p:blipFill>
          <a:blip r:embed="rId3"/>
          <a:stretch>
            <a:fillRect/>
          </a:stretch>
        </p:blipFill>
        <p:spPr>
          <a:xfrm>
            <a:off x="5676372" y="3792693"/>
            <a:ext cx="6083886" cy="2615855"/>
          </a:xfrm>
          <a:prstGeom prst="rect">
            <a:avLst/>
          </a:prstGeom>
          <a:ln>
            <a:solidFill>
              <a:schemeClr val="tx1"/>
            </a:solidFill>
          </a:ln>
        </p:spPr>
      </p:pic>
    </p:spTree>
    <p:extLst>
      <p:ext uri="{BB962C8B-B14F-4D97-AF65-F5344CB8AC3E}">
        <p14:creationId xmlns:p14="http://schemas.microsoft.com/office/powerpoint/2010/main" val="3639910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2237D34-49F2-8303-C080-A1F5EB967ED5}"/>
              </a:ext>
            </a:extLst>
          </p:cNvPr>
          <p:cNvSpPr>
            <a:spLocks noGrp="1"/>
          </p:cNvSpPr>
          <p:nvPr>
            <p:ph type="title"/>
          </p:nvPr>
        </p:nvSpPr>
        <p:spPr>
          <a:xfrm>
            <a:off x="89140" y="87592"/>
            <a:ext cx="11325620" cy="564051"/>
          </a:xfrm>
        </p:spPr>
        <p:txBody>
          <a:bodyPr vert="horz" lIns="91440" tIns="45720" rIns="91440" bIns="45720" rtlCol="0" anchor="ctr">
            <a:noAutofit/>
          </a:bodyPr>
          <a:lstStyle/>
          <a:p>
            <a:r>
              <a:rPr lang="en-US" sz="3600" b="1" dirty="0"/>
              <a:t>MP2.26. Restore Blurred Images – Discussion</a:t>
            </a:r>
            <a:endParaRPr lang="en-IL" sz="3600" b="1" dirty="0"/>
          </a:p>
        </p:txBody>
      </p:sp>
      <p:graphicFrame>
        <p:nvGraphicFramePr>
          <p:cNvPr id="12" name="Table 11">
            <a:extLst>
              <a:ext uri="{FF2B5EF4-FFF2-40B4-BE49-F238E27FC236}">
                <a16:creationId xmlns:a16="http://schemas.microsoft.com/office/drawing/2014/main" id="{411DA014-E46D-A69F-F487-D97569428099}"/>
              </a:ext>
            </a:extLst>
          </p:cNvPr>
          <p:cNvGraphicFramePr>
            <a:graphicFrameLocks noGrp="1"/>
          </p:cNvGraphicFramePr>
          <p:nvPr>
            <p:extLst>
              <p:ext uri="{D42A27DB-BD31-4B8C-83A1-F6EECF244321}">
                <p14:modId xmlns:p14="http://schemas.microsoft.com/office/powerpoint/2010/main" val="2036940870"/>
              </p:ext>
            </p:extLst>
          </p:nvPr>
        </p:nvGraphicFramePr>
        <p:xfrm>
          <a:off x="89140" y="774931"/>
          <a:ext cx="9393188" cy="5995477"/>
        </p:xfrm>
        <a:graphic>
          <a:graphicData uri="http://schemas.openxmlformats.org/drawingml/2006/table">
            <a:tbl>
              <a:tblPr firstRow="1" bandRow="1">
                <a:tableStyleId>{5C22544A-7EE6-4342-B048-85BDC9FD1C3A}</a:tableStyleId>
              </a:tblPr>
              <a:tblGrid>
                <a:gridCol w="779540">
                  <a:extLst>
                    <a:ext uri="{9D8B030D-6E8A-4147-A177-3AD203B41FA5}">
                      <a16:colId xmlns:a16="http://schemas.microsoft.com/office/drawing/2014/main" val="3777020722"/>
                    </a:ext>
                  </a:extLst>
                </a:gridCol>
                <a:gridCol w="2148840">
                  <a:extLst>
                    <a:ext uri="{9D8B030D-6E8A-4147-A177-3AD203B41FA5}">
                      <a16:colId xmlns:a16="http://schemas.microsoft.com/office/drawing/2014/main" val="1104267297"/>
                    </a:ext>
                  </a:extLst>
                </a:gridCol>
                <a:gridCol w="2145030">
                  <a:extLst>
                    <a:ext uri="{9D8B030D-6E8A-4147-A177-3AD203B41FA5}">
                      <a16:colId xmlns:a16="http://schemas.microsoft.com/office/drawing/2014/main" val="3201573935"/>
                    </a:ext>
                  </a:extLst>
                </a:gridCol>
                <a:gridCol w="2190750">
                  <a:extLst>
                    <a:ext uri="{9D8B030D-6E8A-4147-A177-3AD203B41FA5}">
                      <a16:colId xmlns:a16="http://schemas.microsoft.com/office/drawing/2014/main" val="2884081828"/>
                    </a:ext>
                  </a:extLst>
                </a:gridCol>
                <a:gridCol w="2129028">
                  <a:extLst>
                    <a:ext uri="{9D8B030D-6E8A-4147-A177-3AD203B41FA5}">
                      <a16:colId xmlns:a16="http://schemas.microsoft.com/office/drawing/2014/main" val="3119956388"/>
                    </a:ext>
                  </a:extLst>
                </a:gridCol>
              </a:tblGrid>
              <a:tr h="938800">
                <a:tc>
                  <a:txBody>
                    <a:bodyPr/>
                    <a:lstStyle/>
                    <a:p>
                      <a:pPr algn="ctr"/>
                      <a:r>
                        <a:rPr lang="en-US" dirty="0"/>
                        <a:t>HPF Used</a:t>
                      </a:r>
                      <a:endParaRPr lang="en-IL" dirty="0"/>
                    </a:p>
                  </a:txBody>
                  <a:tcPr anchor="ctr"/>
                </a:tc>
                <a:tc>
                  <a:txBody>
                    <a:bodyPr/>
                    <a:lstStyle/>
                    <a:p>
                      <a:pPr algn="ctr"/>
                      <a:r>
                        <a:rPr lang="en-US" dirty="0"/>
                        <a:t>Original Image</a:t>
                      </a:r>
                      <a:endParaRPr lang="en-IL" dirty="0"/>
                    </a:p>
                  </a:txBody>
                  <a:tcPr anchor="ctr"/>
                </a:tc>
                <a:tc>
                  <a:txBody>
                    <a:bodyPr/>
                    <a:lstStyle/>
                    <a:p>
                      <a:pPr algn="ctr"/>
                      <a:r>
                        <a:rPr lang="en-US" dirty="0"/>
                        <a:t>Restored Blurred Image (After LPF5c)</a:t>
                      </a:r>
                      <a:endParaRPr lang="en-IL"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Restored Blurred Image (After LPF7c)</a:t>
                      </a:r>
                      <a:endParaRPr lang="en-IL"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Restored Blurred Image (After </a:t>
                      </a:r>
                      <a:r>
                        <a:rPr lang="en-US" dirty="0" err="1"/>
                        <a:t>LPFf</a:t>
                      </a:r>
                      <a:r>
                        <a:rPr lang="en-US" dirty="0"/>
                        <a:t>)</a:t>
                      </a:r>
                      <a:endParaRPr lang="en-IL" dirty="0"/>
                    </a:p>
                  </a:txBody>
                  <a:tcPr anchor="ctr"/>
                </a:tc>
                <a:extLst>
                  <a:ext uri="{0D108BD9-81ED-4DB2-BD59-A6C34878D82A}">
                    <a16:rowId xmlns:a16="http://schemas.microsoft.com/office/drawing/2014/main" val="298331696"/>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HPF1c</a:t>
                      </a:r>
                      <a:endParaRPr lang="en-IL" b="1" dirty="0"/>
                    </a:p>
                    <a:p>
                      <a:pPr algn="ct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2144843842"/>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HPF2c</a:t>
                      </a: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3187331222"/>
                  </a:ext>
                </a:extLst>
              </a:tr>
              <a:tr h="16855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err="1"/>
                        <a:t>HPFf</a:t>
                      </a:r>
                      <a:endParaRPr lang="en-IL" b="1" dirty="0"/>
                    </a:p>
                  </a:txBody>
                  <a:tcPr anchor="ctr"/>
                </a:tc>
                <a:tc>
                  <a:txBody>
                    <a:bodyPr/>
                    <a:lstStyle/>
                    <a:p>
                      <a:endParaRPr lang="en-IL" dirty="0"/>
                    </a:p>
                  </a:txBody>
                  <a:tcPr/>
                </a:tc>
                <a:tc>
                  <a:txBody>
                    <a:bodyPr/>
                    <a:lstStyle/>
                    <a:p>
                      <a:endParaRPr lang="en-IL" dirty="0"/>
                    </a:p>
                  </a:txBody>
                  <a:tcPr/>
                </a:tc>
                <a:tc>
                  <a:txBody>
                    <a:bodyPr/>
                    <a:lstStyle/>
                    <a:p>
                      <a:endParaRPr lang="en-IL" dirty="0"/>
                    </a:p>
                  </a:txBody>
                  <a:tcPr/>
                </a:tc>
                <a:tc>
                  <a:txBody>
                    <a:bodyPr/>
                    <a:lstStyle/>
                    <a:p>
                      <a:endParaRPr lang="en-IL" dirty="0"/>
                    </a:p>
                  </a:txBody>
                  <a:tcPr/>
                </a:tc>
                <a:extLst>
                  <a:ext uri="{0D108BD9-81ED-4DB2-BD59-A6C34878D82A}">
                    <a16:rowId xmlns:a16="http://schemas.microsoft.com/office/drawing/2014/main" val="284501854"/>
                  </a:ext>
                </a:extLst>
              </a:tr>
            </a:tbl>
          </a:graphicData>
        </a:graphic>
      </p:graphicFrame>
      <p:sp>
        <p:nvSpPr>
          <p:cNvPr id="2" name="Content Placeholder 9">
            <a:extLst>
              <a:ext uri="{FF2B5EF4-FFF2-40B4-BE49-F238E27FC236}">
                <a16:creationId xmlns:a16="http://schemas.microsoft.com/office/drawing/2014/main" id="{108810C5-1C00-06F1-3334-55E3F9F1823B}"/>
              </a:ext>
            </a:extLst>
          </p:cNvPr>
          <p:cNvSpPr txBox="1">
            <a:spLocks/>
          </p:cNvSpPr>
          <p:nvPr/>
        </p:nvSpPr>
        <p:spPr>
          <a:xfrm>
            <a:off x="9546336" y="774931"/>
            <a:ext cx="2519243" cy="5689877"/>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a:r>
              <a:rPr lang="en-US" sz="1600" dirty="0"/>
              <a:t>We can see that the attempts at restoring the blurred image using FFT are far from perfect. </a:t>
            </a:r>
          </a:p>
          <a:p>
            <a:pPr algn="l" rtl="0"/>
            <a:r>
              <a:rPr lang="en-US" sz="1600" dirty="0"/>
              <a:t>The darker appearance of the background in the resulting image is due to the blurring effect, which reduces contrast and lead to the loss of high-frequency information contributing to the background's brightness.</a:t>
            </a:r>
          </a:p>
          <a:p>
            <a:r>
              <a:rPr lang="en-US" sz="1600" dirty="0"/>
              <a:t>The results of restored blurred images after LPF5c and LPF7c (Figs 85-86 for example) are very similar because the only distinction is the size of the Low Pass Filters (LPFs), which are essentially the same except for their sizes.</a:t>
            </a:r>
          </a:p>
          <a:p>
            <a:pPr algn="l" rtl="0"/>
            <a:endParaRPr lang="en-US" sz="1600" dirty="0"/>
          </a:p>
        </p:txBody>
      </p:sp>
      <p:sp>
        <p:nvSpPr>
          <p:cNvPr id="44" name="Content Placeholder 9">
            <a:extLst>
              <a:ext uri="{FF2B5EF4-FFF2-40B4-BE49-F238E27FC236}">
                <a16:creationId xmlns:a16="http://schemas.microsoft.com/office/drawing/2014/main" id="{0B4F96CA-5754-0B35-E9AA-5FD40B1A516F}"/>
              </a:ext>
            </a:extLst>
          </p:cNvPr>
          <p:cNvSpPr txBox="1">
            <a:spLocks/>
          </p:cNvSpPr>
          <p:nvPr/>
        </p:nvSpPr>
        <p:spPr>
          <a:xfrm>
            <a:off x="1127461"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84: Tim2.bmp</a:t>
            </a:r>
            <a:endParaRPr lang="en-IL" sz="1000" dirty="0"/>
          </a:p>
          <a:p>
            <a:pPr marL="0" indent="0" algn="ctr">
              <a:buNone/>
            </a:pPr>
            <a:endParaRPr lang="en-IL" sz="1000" dirty="0"/>
          </a:p>
        </p:txBody>
      </p:sp>
      <p:sp>
        <p:nvSpPr>
          <p:cNvPr id="45" name="Content Placeholder 9">
            <a:extLst>
              <a:ext uri="{FF2B5EF4-FFF2-40B4-BE49-F238E27FC236}">
                <a16:creationId xmlns:a16="http://schemas.microsoft.com/office/drawing/2014/main" id="{7DE01999-AD7F-B7EA-6D4F-232DC555287D}"/>
              </a:ext>
            </a:extLst>
          </p:cNvPr>
          <p:cNvSpPr txBox="1">
            <a:spLocks/>
          </p:cNvSpPr>
          <p:nvPr/>
        </p:nvSpPr>
        <p:spPr>
          <a:xfrm>
            <a:off x="1127461"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88: Tim2.bmp</a:t>
            </a:r>
            <a:endParaRPr lang="en-IL" sz="1000" dirty="0"/>
          </a:p>
        </p:txBody>
      </p:sp>
      <p:sp>
        <p:nvSpPr>
          <p:cNvPr id="46" name="Content Placeholder 9">
            <a:extLst>
              <a:ext uri="{FF2B5EF4-FFF2-40B4-BE49-F238E27FC236}">
                <a16:creationId xmlns:a16="http://schemas.microsoft.com/office/drawing/2014/main" id="{A54398BC-1E5E-5006-1287-D0701BCEADD2}"/>
              </a:ext>
            </a:extLst>
          </p:cNvPr>
          <p:cNvSpPr txBox="1">
            <a:spLocks/>
          </p:cNvSpPr>
          <p:nvPr/>
        </p:nvSpPr>
        <p:spPr>
          <a:xfrm>
            <a:off x="1127461"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92: Tim2.bmp</a:t>
            </a:r>
            <a:endParaRPr lang="en-IL" sz="1000" dirty="0"/>
          </a:p>
        </p:txBody>
      </p:sp>
      <p:sp>
        <p:nvSpPr>
          <p:cNvPr id="41" name="Content Placeholder 9">
            <a:extLst>
              <a:ext uri="{FF2B5EF4-FFF2-40B4-BE49-F238E27FC236}">
                <a16:creationId xmlns:a16="http://schemas.microsoft.com/office/drawing/2014/main" id="{5E8BF430-B5A9-6719-21D6-589E66FD11B8}"/>
              </a:ext>
            </a:extLst>
          </p:cNvPr>
          <p:cNvSpPr txBox="1">
            <a:spLocks/>
          </p:cNvSpPr>
          <p:nvPr/>
        </p:nvSpPr>
        <p:spPr>
          <a:xfrm>
            <a:off x="3213820"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85: HPF1cTim2LPF5c.bmp</a:t>
            </a:r>
            <a:endParaRPr lang="en-IL" sz="1000" dirty="0"/>
          </a:p>
          <a:p>
            <a:pPr marL="0" indent="0" algn="ctr">
              <a:buNone/>
            </a:pPr>
            <a:endParaRPr lang="en-IL" sz="1000" dirty="0"/>
          </a:p>
        </p:txBody>
      </p:sp>
      <p:sp>
        <p:nvSpPr>
          <p:cNvPr id="47" name="Content Placeholder 9">
            <a:extLst>
              <a:ext uri="{FF2B5EF4-FFF2-40B4-BE49-F238E27FC236}">
                <a16:creationId xmlns:a16="http://schemas.microsoft.com/office/drawing/2014/main" id="{C7AA211F-F76D-AD84-BBE5-C659A203BAA9}"/>
              </a:ext>
            </a:extLst>
          </p:cNvPr>
          <p:cNvSpPr txBox="1">
            <a:spLocks/>
          </p:cNvSpPr>
          <p:nvPr/>
        </p:nvSpPr>
        <p:spPr>
          <a:xfrm>
            <a:off x="5384386"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86: HPF1cTim2LPF7c.bmp</a:t>
            </a:r>
            <a:endParaRPr lang="en-IL" sz="1000" dirty="0"/>
          </a:p>
          <a:p>
            <a:pPr marL="0" indent="0" algn="ctr">
              <a:buNone/>
            </a:pPr>
            <a:endParaRPr lang="en-IL" sz="1000" dirty="0"/>
          </a:p>
        </p:txBody>
      </p:sp>
      <p:sp>
        <p:nvSpPr>
          <p:cNvPr id="51" name="Content Placeholder 9">
            <a:extLst>
              <a:ext uri="{FF2B5EF4-FFF2-40B4-BE49-F238E27FC236}">
                <a16:creationId xmlns:a16="http://schemas.microsoft.com/office/drawing/2014/main" id="{465AA89F-190C-9CF6-E638-A94EFCB7E74F}"/>
              </a:ext>
            </a:extLst>
          </p:cNvPr>
          <p:cNvSpPr txBox="1">
            <a:spLocks/>
          </p:cNvSpPr>
          <p:nvPr/>
        </p:nvSpPr>
        <p:spPr>
          <a:xfrm>
            <a:off x="7538382" y="3172913"/>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87: HPF1cTim2LPFf.bmp</a:t>
            </a:r>
            <a:endParaRPr lang="en-IL" sz="1000" dirty="0"/>
          </a:p>
          <a:p>
            <a:pPr marL="0" indent="0" algn="ctr">
              <a:buNone/>
            </a:pPr>
            <a:endParaRPr lang="en-IL" sz="1000" dirty="0"/>
          </a:p>
        </p:txBody>
      </p:sp>
      <p:sp>
        <p:nvSpPr>
          <p:cNvPr id="52" name="Content Placeholder 9">
            <a:extLst>
              <a:ext uri="{FF2B5EF4-FFF2-40B4-BE49-F238E27FC236}">
                <a16:creationId xmlns:a16="http://schemas.microsoft.com/office/drawing/2014/main" id="{72B1AC17-7E87-C709-2FA3-F617298807C9}"/>
              </a:ext>
            </a:extLst>
          </p:cNvPr>
          <p:cNvSpPr txBox="1">
            <a:spLocks/>
          </p:cNvSpPr>
          <p:nvPr/>
        </p:nvSpPr>
        <p:spPr>
          <a:xfrm>
            <a:off x="7538382"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91: HPF2cTim2LPFf.bmp</a:t>
            </a:r>
            <a:endParaRPr lang="en-IL" sz="1000" dirty="0"/>
          </a:p>
        </p:txBody>
      </p:sp>
      <p:sp>
        <p:nvSpPr>
          <p:cNvPr id="48" name="Content Placeholder 9">
            <a:extLst>
              <a:ext uri="{FF2B5EF4-FFF2-40B4-BE49-F238E27FC236}">
                <a16:creationId xmlns:a16="http://schemas.microsoft.com/office/drawing/2014/main" id="{0DD728DA-BD25-7D23-57B4-04E8794701DC}"/>
              </a:ext>
            </a:extLst>
          </p:cNvPr>
          <p:cNvSpPr txBox="1">
            <a:spLocks/>
          </p:cNvSpPr>
          <p:nvPr/>
        </p:nvSpPr>
        <p:spPr>
          <a:xfrm>
            <a:off x="5384386"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90: HPF2cTim2LPF7c.bmp</a:t>
            </a:r>
            <a:endParaRPr lang="en-IL" sz="1000" dirty="0"/>
          </a:p>
          <a:p>
            <a:pPr marL="0" indent="0" algn="ctr">
              <a:buNone/>
            </a:pPr>
            <a:endParaRPr lang="en-IL" sz="1000" dirty="0"/>
          </a:p>
        </p:txBody>
      </p:sp>
      <p:sp>
        <p:nvSpPr>
          <p:cNvPr id="42" name="Content Placeholder 9">
            <a:extLst>
              <a:ext uri="{FF2B5EF4-FFF2-40B4-BE49-F238E27FC236}">
                <a16:creationId xmlns:a16="http://schemas.microsoft.com/office/drawing/2014/main" id="{1A8C7567-B9EF-74AE-8C57-9EF1D42C2465}"/>
              </a:ext>
            </a:extLst>
          </p:cNvPr>
          <p:cNvSpPr txBox="1">
            <a:spLocks/>
          </p:cNvSpPr>
          <p:nvPr/>
        </p:nvSpPr>
        <p:spPr>
          <a:xfrm>
            <a:off x="3213820" y="486096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89: HPF2cTim2LPF5c.bmp</a:t>
            </a:r>
            <a:endParaRPr lang="en-IL" sz="1000" dirty="0"/>
          </a:p>
          <a:p>
            <a:pPr marL="0" indent="0" algn="ctr">
              <a:buNone/>
            </a:pPr>
            <a:endParaRPr lang="en-IL" sz="1000" dirty="0"/>
          </a:p>
        </p:txBody>
      </p:sp>
      <p:sp>
        <p:nvSpPr>
          <p:cNvPr id="43" name="Content Placeholder 9">
            <a:extLst>
              <a:ext uri="{FF2B5EF4-FFF2-40B4-BE49-F238E27FC236}">
                <a16:creationId xmlns:a16="http://schemas.microsoft.com/office/drawing/2014/main" id="{C777D484-8244-3421-7042-02333A7901F6}"/>
              </a:ext>
            </a:extLst>
          </p:cNvPr>
          <p:cNvSpPr txBox="1">
            <a:spLocks/>
          </p:cNvSpPr>
          <p:nvPr/>
        </p:nvSpPr>
        <p:spPr>
          <a:xfrm>
            <a:off x="3213820"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93: HPFfTim2LPF5c.bmp</a:t>
            </a:r>
            <a:endParaRPr lang="en-IL" sz="1000" dirty="0"/>
          </a:p>
          <a:p>
            <a:pPr marL="0" indent="0" algn="ctr">
              <a:buNone/>
            </a:pPr>
            <a:endParaRPr lang="en-IL" sz="1000" dirty="0"/>
          </a:p>
        </p:txBody>
      </p:sp>
      <p:sp>
        <p:nvSpPr>
          <p:cNvPr id="49" name="Content Placeholder 9">
            <a:extLst>
              <a:ext uri="{FF2B5EF4-FFF2-40B4-BE49-F238E27FC236}">
                <a16:creationId xmlns:a16="http://schemas.microsoft.com/office/drawing/2014/main" id="{4643A60A-9007-EBFD-D0FC-17535AA88E6D}"/>
              </a:ext>
            </a:extLst>
          </p:cNvPr>
          <p:cNvSpPr txBox="1">
            <a:spLocks/>
          </p:cNvSpPr>
          <p:nvPr/>
        </p:nvSpPr>
        <p:spPr>
          <a:xfrm>
            <a:off x="5384386"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94: HPFfTim2LPF7c.bmp</a:t>
            </a:r>
            <a:endParaRPr lang="en-IL" sz="1000" dirty="0"/>
          </a:p>
          <a:p>
            <a:pPr marL="0" indent="0" algn="ctr">
              <a:buNone/>
            </a:pPr>
            <a:endParaRPr lang="en-IL" sz="1000" dirty="0"/>
          </a:p>
        </p:txBody>
      </p:sp>
      <p:sp>
        <p:nvSpPr>
          <p:cNvPr id="53" name="Content Placeholder 9">
            <a:extLst>
              <a:ext uri="{FF2B5EF4-FFF2-40B4-BE49-F238E27FC236}">
                <a16:creationId xmlns:a16="http://schemas.microsoft.com/office/drawing/2014/main" id="{D11C9D47-2D40-C692-9127-5462D73C7B20}"/>
              </a:ext>
            </a:extLst>
          </p:cNvPr>
          <p:cNvSpPr txBox="1">
            <a:spLocks/>
          </p:cNvSpPr>
          <p:nvPr/>
        </p:nvSpPr>
        <p:spPr>
          <a:xfrm>
            <a:off x="7538382" y="6595109"/>
            <a:ext cx="1713906" cy="175299"/>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dirty="0"/>
              <a:t>Fig 95: HPFfTim2LPFf.bmp</a:t>
            </a:r>
            <a:endParaRPr lang="en-IL" sz="1000" dirty="0"/>
          </a:p>
        </p:txBody>
      </p:sp>
      <p:pic>
        <p:nvPicPr>
          <p:cNvPr id="4" name="Picture 3" descr="A black and white circular pattern&#10;&#10;Description automatically generated">
            <a:extLst>
              <a:ext uri="{FF2B5EF4-FFF2-40B4-BE49-F238E27FC236}">
                <a16:creationId xmlns:a16="http://schemas.microsoft.com/office/drawing/2014/main" id="{54CA17AC-3BEA-17B3-4CEC-ADBB0904DE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3342" y="1718052"/>
            <a:ext cx="1454861" cy="1454861"/>
          </a:xfrm>
          <a:prstGeom prst="rect">
            <a:avLst/>
          </a:prstGeom>
        </p:spPr>
      </p:pic>
      <p:pic>
        <p:nvPicPr>
          <p:cNvPr id="7" name="Picture 6" descr="A black and white circular pattern&#10;&#10;Description automatically generated">
            <a:extLst>
              <a:ext uri="{FF2B5EF4-FFF2-40B4-BE49-F238E27FC236}">
                <a16:creationId xmlns:a16="http://schemas.microsoft.com/office/drawing/2014/main" id="{3581C5F6-BA95-C8D0-5355-89F9721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6442" y="1703120"/>
            <a:ext cx="1469793" cy="1469793"/>
          </a:xfrm>
          <a:prstGeom prst="rect">
            <a:avLst/>
          </a:prstGeom>
        </p:spPr>
      </p:pic>
      <p:pic>
        <p:nvPicPr>
          <p:cNvPr id="10" name="Picture 9" descr="A black and white circular pattern&#10;&#10;Description automatically generated">
            <a:extLst>
              <a:ext uri="{FF2B5EF4-FFF2-40B4-BE49-F238E27FC236}">
                <a16:creationId xmlns:a16="http://schemas.microsoft.com/office/drawing/2014/main" id="{92AC69E8-4193-8997-3526-C3ABF289A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0438" y="1703119"/>
            <a:ext cx="1469793" cy="1469793"/>
          </a:xfrm>
          <a:prstGeom prst="rect">
            <a:avLst/>
          </a:prstGeom>
        </p:spPr>
      </p:pic>
      <p:pic>
        <p:nvPicPr>
          <p:cNvPr id="13" name="Picture 12" descr="A black and white circular pattern&#10;&#10;Description automatically generated">
            <a:extLst>
              <a:ext uri="{FF2B5EF4-FFF2-40B4-BE49-F238E27FC236}">
                <a16:creationId xmlns:a16="http://schemas.microsoft.com/office/drawing/2014/main" id="{76DA3702-196E-4663-0417-01404BDCF3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3342" y="3429000"/>
            <a:ext cx="1454861" cy="1454861"/>
          </a:xfrm>
          <a:prstGeom prst="rect">
            <a:avLst/>
          </a:prstGeom>
        </p:spPr>
      </p:pic>
      <p:pic>
        <p:nvPicPr>
          <p:cNvPr id="15" name="Picture 14" descr="A black and white circular pattern&#10;&#10;Description automatically generated">
            <a:extLst>
              <a:ext uri="{FF2B5EF4-FFF2-40B4-BE49-F238E27FC236}">
                <a16:creationId xmlns:a16="http://schemas.microsoft.com/office/drawing/2014/main" id="{7DBDCF2B-E0CF-A8E4-6F8D-238BB50FF0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1373" y="3406107"/>
            <a:ext cx="1454862" cy="1454862"/>
          </a:xfrm>
          <a:prstGeom prst="rect">
            <a:avLst/>
          </a:prstGeom>
        </p:spPr>
      </p:pic>
      <p:pic>
        <p:nvPicPr>
          <p:cNvPr id="17" name="Picture 16" descr="A black and white circular pattern&#10;&#10;Description automatically generated">
            <a:extLst>
              <a:ext uri="{FF2B5EF4-FFF2-40B4-BE49-F238E27FC236}">
                <a16:creationId xmlns:a16="http://schemas.microsoft.com/office/drawing/2014/main" id="{7FE0177A-F940-7060-95D5-9DCC4245F8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60438" y="3394661"/>
            <a:ext cx="1477754" cy="1477754"/>
          </a:xfrm>
          <a:prstGeom prst="rect">
            <a:avLst/>
          </a:prstGeom>
        </p:spPr>
      </p:pic>
      <p:pic>
        <p:nvPicPr>
          <p:cNvPr id="19" name="Picture 18" descr="A circular pattern with a cross&#10;&#10;Description automatically generated with medium confidence">
            <a:extLst>
              <a:ext uri="{FF2B5EF4-FFF2-40B4-BE49-F238E27FC236}">
                <a16:creationId xmlns:a16="http://schemas.microsoft.com/office/drawing/2014/main" id="{0ABC0DAF-F33B-D502-7B5E-9605439D0E3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3342" y="5102442"/>
            <a:ext cx="1466105" cy="1466105"/>
          </a:xfrm>
          <a:prstGeom prst="rect">
            <a:avLst/>
          </a:prstGeom>
        </p:spPr>
      </p:pic>
      <p:pic>
        <p:nvPicPr>
          <p:cNvPr id="23" name="Picture 22" descr="A circular pattern with a cross&#10;&#10;Description automatically generated with medium confidence">
            <a:extLst>
              <a:ext uri="{FF2B5EF4-FFF2-40B4-BE49-F238E27FC236}">
                <a16:creationId xmlns:a16="http://schemas.microsoft.com/office/drawing/2014/main" id="{9DAC4168-56BE-5D6F-D418-517126CC64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21373" y="5129647"/>
            <a:ext cx="1466106" cy="1466106"/>
          </a:xfrm>
          <a:prstGeom prst="rect">
            <a:avLst/>
          </a:prstGeom>
        </p:spPr>
      </p:pic>
      <p:pic>
        <p:nvPicPr>
          <p:cNvPr id="25" name="Picture 24" descr="A circular black and white pattern&#10;&#10;Description automatically generated">
            <a:extLst>
              <a:ext uri="{FF2B5EF4-FFF2-40B4-BE49-F238E27FC236}">
                <a16:creationId xmlns:a16="http://schemas.microsoft.com/office/drawing/2014/main" id="{1DD7473B-E418-DF85-988A-AD9A5966C0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64126" y="5129647"/>
            <a:ext cx="1466105" cy="1466105"/>
          </a:xfrm>
          <a:prstGeom prst="rect">
            <a:avLst/>
          </a:prstGeom>
        </p:spPr>
      </p:pic>
      <p:pic>
        <p:nvPicPr>
          <p:cNvPr id="27" name="Picture 26" descr="A black and white circular pattern&#10;&#10;Description automatically generated">
            <a:extLst>
              <a:ext uri="{FF2B5EF4-FFF2-40B4-BE49-F238E27FC236}">
                <a16:creationId xmlns:a16="http://schemas.microsoft.com/office/drawing/2014/main" id="{3A8E63C4-2878-69FB-AB56-ABCF114057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91053" y="1718052"/>
            <a:ext cx="1466106" cy="1466106"/>
          </a:xfrm>
          <a:prstGeom prst="rect">
            <a:avLst/>
          </a:prstGeom>
        </p:spPr>
      </p:pic>
      <p:pic>
        <p:nvPicPr>
          <p:cNvPr id="28" name="Picture 27" descr="A black and white circular pattern&#10;&#10;Description automatically generated">
            <a:extLst>
              <a:ext uri="{FF2B5EF4-FFF2-40B4-BE49-F238E27FC236}">
                <a16:creationId xmlns:a16="http://schemas.microsoft.com/office/drawing/2014/main" id="{D2BE2C8D-558A-724D-F717-A47FF58F92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91053" y="3399261"/>
            <a:ext cx="1466106" cy="1466106"/>
          </a:xfrm>
          <a:prstGeom prst="rect">
            <a:avLst/>
          </a:prstGeom>
        </p:spPr>
      </p:pic>
      <p:pic>
        <p:nvPicPr>
          <p:cNvPr id="29" name="Picture 28" descr="A black and white circular pattern&#10;&#10;Description automatically generated">
            <a:extLst>
              <a:ext uri="{FF2B5EF4-FFF2-40B4-BE49-F238E27FC236}">
                <a16:creationId xmlns:a16="http://schemas.microsoft.com/office/drawing/2014/main" id="{34D29310-343A-CCF2-66CE-D5EC2ED7104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94579" y="5107907"/>
            <a:ext cx="1466106" cy="1466106"/>
          </a:xfrm>
          <a:prstGeom prst="rect">
            <a:avLst/>
          </a:prstGeom>
        </p:spPr>
      </p:pic>
    </p:spTree>
    <p:extLst>
      <p:ext uri="{BB962C8B-B14F-4D97-AF65-F5344CB8AC3E}">
        <p14:creationId xmlns:p14="http://schemas.microsoft.com/office/powerpoint/2010/main" val="1473731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8956719" cy="544182"/>
          </a:xfrm>
        </p:spPr>
        <p:txBody>
          <a:bodyPr>
            <a:noAutofit/>
          </a:bodyPr>
          <a:lstStyle/>
          <a:p>
            <a:r>
              <a:rPr lang="en-US" sz="3600" b="1" dirty="0"/>
              <a:t>MP2.3. Main Code</a:t>
            </a:r>
            <a:endParaRPr lang="en-IL" sz="3600" b="1" dirty="0"/>
          </a:p>
        </p:txBody>
      </p:sp>
      <p:sp>
        <p:nvSpPr>
          <p:cNvPr id="8" name="Content Placeholder 9">
            <a:extLst>
              <a:ext uri="{FF2B5EF4-FFF2-40B4-BE49-F238E27FC236}">
                <a16:creationId xmlns:a16="http://schemas.microsoft.com/office/drawing/2014/main" id="{7DA2E2DA-269E-9B40-AE89-B6FD45537670}"/>
              </a:ext>
            </a:extLst>
          </p:cNvPr>
          <p:cNvSpPr txBox="1">
            <a:spLocks/>
          </p:cNvSpPr>
          <p:nvPr/>
        </p:nvSpPr>
        <p:spPr>
          <a:xfrm>
            <a:off x="1952072" y="2841251"/>
            <a:ext cx="2521761" cy="274744"/>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96: Apply FFT to all 3 blurred images</a:t>
            </a:r>
            <a:endParaRPr lang="en-IL" sz="1100" dirty="0"/>
          </a:p>
        </p:txBody>
      </p:sp>
      <p:pic>
        <p:nvPicPr>
          <p:cNvPr id="4" name="Picture 3">
            <a:extLst>
              <a:ext uri="{FF2B5EF4-FFF2-40B4-BE49-F238E27FC236}">
                <a16:creationId xmlns:a16="http://schemas.microsoft.com/office/drawing/2014/main" id="{CA012694-1C8E-8226-D1D9-008CC1C5ECFB}"/>
              </a:ext>
            </a:extLst>
          </p:cNvPr>
          <p:cNvPicPr>
            <a:picLocks noChangeAspect="1"/>
          </p:cNvPicPr>
          <p:nvPr/>
        </p:nvPicPr>
        <p:blipFill>
          <a:blip r:embed="rId3"/>
          <a:stretch>
            <a:fillRect/>
          </a:stretch>
        </p:blipFill>
        <p:spPr>
          <a:xfrm>
            <a:off x="525439" y="966986"/>
            <a:ext cx="5445593" cy="1874265"/>
          </a:xfrm>
          <a:prstGeom prst="rect">
            <a:avLst/>
          </a:prstGeom>
        </p:spPr>
      </p:pic>
      <p:pic>
        <p:nvPicPr>
          <p:cNvPr id="10" name="Picture 9">
            <a:extLst>
              <a:ext uri="{FF2B5EF4-FFF2-40B4-BE49-F238E27FC236}">
                <a16:creationId xmlns:a16="http://schemas.microsoft.com/office/drawing/2014/main" id="{1F46E899-C855-A632-4210-91A9987C04C1}"/>
              </a:ext>
            </a:extLst>
          </p:cNvPr>
          <p:cNvPicPr>
            <a:picLocks noChangeAspect="1"/>
          </p:cNvPicPr>
          <p:nvPr/>
        </p:nvPicPr>
        <p:blipFill>
          <a:blip r:embed="rId4"/>
          <a:stretch>
            <a:fillRect/>
          </a:stretch>
        </p:blipFill>
        <p:spPr>
          <a:xfrm>
            <a:off x="454874" y="3252817"/>
            <a:ext cx="5516158" cy="3071113"/>
          </a:xfrm>
          <a:prstGeom prst="rect">
            <a:avLst/>
          </a:prstGeom>
        </p:spPr>
      </p:pic>
      <p:sp>
        <p:nvSpPr>
          <p:cNvPr id="11" name="Content Placeholder 9">
            <a:extLst>
              <a:ext uri="{FF2B5EF4-FFF2-40B4-BE49-F238E27FC236}">
                <a16:creationId xmlns:a16="http://schemas.microsoft.com/office/drawing/2014/main" id="{ECECF70D-D3AB-DDD4-8DA4-47897F653228}"/>
              </a:ext>
            </a:extLst>
          </p:cNvPr>
          <p:cNvSpPr txBox="1">
            <a:spLocks/>
          </p:cNvSpPr>
          <p:nvPr/>
        </p:nvSpPr>
        <p:spPr>
          <a:xfrm>
            <a:off x="1748057" y="6177370"/>
            <a:ext cx="3000355" cy="274744"/>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98: Apply Convolution to all 3 blurred images</a:t>
            </a:r>
            <a:endParaRPr lang="en-IL" sz="1100" dirty="0"/>
          </a:p>
        </p:txBody>
      </p:sp>
      <p:sp>
        <p:nvSpPr>
          <p:cNvPr id="14" name="Content Placeholder 9">
            <a:extLst>
              <a:ext uri="{FF2B5EF4-FFF2-40B4-BE49-F238E27FC236}">
                <a16:creationId xmlns:a16="http://schemas.microsoft.com/office/drawing/2014/main" id="{235DC944-31E2-46D5-6938-F30DC92A6C94}"/>
              </a:ext>
            </a:extLst>
          </p:cNvPr>
          <p:cNvSpPr txBox="1">
            <a:spLocks/>
          </p:cNvSpPr>
          <p:nvPr/>
        </p:nvSpPr>
        <p:spPr>
          <a:xfrm>
            <a:off x="7297081" y="1910305"/>
            <a:ext cx="3071753" cy="274744"/>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97: Apply Save the processed images after FFT</a:t>
            </a:r>
            <a:endParaRPr lang="en-IL" sz="1100" dirty="0"/>
          </a:p>
        </p:txBody>
      </p:sp>
      <p:pic>
        <p:nvPicPr>
          <p:cNvPr id="5" name="Picture 4">
            <a:extLst>
              <a:ext uri="{FF2B5EF4-FFF2-40B4-BE49-F238E27FC236}">
                <a16:creationId xmlns:a16="http://schemas.microsoft.com/office/drawing/2014/main" id="{7FF86155-5E74-160A-3890-994A0F76EB0D}"/>
              </a:ext>
            </a:extLst>
          </p:cNvPr>
          <p:cNvPicPr>
            <a:picLocks noChangeAspect="1"/>
          </p:cNvPicPr>
          <p:nvPr/>
        </p:nvPicPr>
        <p:blipFill>
          <a:blip r:embed="rId5"/>
          <a:stretch>
            <a:fillRect/>
          </a:stretch>
        </p:blipFill>
        <p:spPr>
          <a:xfrm>
            <a:off x="6261584" y="266702"/>
            <a:ext cx="5142745" cy="1569825"/>
          </a:xfrm>
          <a:prstGeom prst="rect">
            <a:avLst/>
          </a:prstGeom>
        </p:spPr>
      </p:pic>
      <p:pic>
        <p:nvPicPr>
          <p:cNvPr id="7" name="Picture 6">
            <a:extLst>
              <a:ext uri="{FF2B5EF4-FFF2-40B4-BE49-F238E27FC236}">
                <a16:creationId xmlns:a16="http://schemas.microsoft.com/office/drawing/2014/main" id="{B1B68EBB-5413-8B36-C041-3EC14F7BC09D}"/>
              </a:ext>
            </a:extLst>
          </p:cNvPr>
          <p:cNvPicPr>
            <a:picLocks noChangeAspect="1"/>
          </p:cNvPicPr>
          <p:nvPr/>
        </p:nvPicPr>
        <p:blipFill>
          <a:blip r:embed="rId6"/>
          <a:stretch>
            <a:fillRect/>
          </a:stretch>
        </p:blipFill>
        <p:spPr>
          <a:xfrm>
            <a:off x="6225785" y="2194860"/>
            <a:ext cx="5605972" cy="4257254"/>
          </a:xfrm>
          <a:prstGeom prst="rect">
            <a:avLst/>
          </a:prstGeom>
        </p:spPr>
      </p:pic>
      <p:sp>
        <p:nvSpPr>
          <p:cNvPr id="17" name="Content Placeholder 9">
            <a:extLst>
              <a:ext uri="{FF2B5EF4-FFF2-40B4-BE49-F238E27FC236}">
                <a16:creationId xmlns:a16="http://schemas.microsoft.com/office/drawing/2014/main" id="{828CAB34-F0B3-2F05-6D83-E64D48B278BF}"/>
              </a:ext>
            </a:extLst>
          </p:cNvPr>
          <p:cNvSpPr txBox="1">
            <a:spLocks/>
          </p:cNvSpPr>
          <p:nvPr/>
        </p:nvSpPr>
        <p:spPr>
          <a:xfrm>
            <a:off x="8583096" y="6210531"/>
            <a:ext cx="1535876" cy="274744"/>
          </a:xfrm>
          <a:prstGeom prst="rect">
            <a:avLst/>
          </a:prstGeom>
          <a:solidFill>
            <a:schemeClr val="bg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dirty="0"/>
              <a:t>Fig 99: Main code</a:t>
            </a:r>
            <a:endParaRPr lang="en-IL" sz="1100" dirty="0"/>
          </a:p>
        </p:txBody>
      </p:sp>
    </p:spTree>
    <p:extLst>
      <p:ext uri="{BB962C8B-B14F-4D97-AF65-F5344CB8AC3E}">
        <p14:creationId xmlns:p14="http://schemas.microsoft.com/office/powerpoint/2010/main" val="3795128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0477901" cy="544182"/>
          </a:xfrm>
        </p:spPr>
        <p:txBody>
          <a:bodyPr>
            <a:noAutofit/>
          </a:bodyPr>
          <a:lstStyle/>
          <a:p>
            <a:r>
              <a:rPr lang="en-US" sz="3600" b="1" dirty="0"/>
              <a:t>MP2.4. Algorithm’s Flow Charts – DoGaussianFiltration</a:t>
            </a:r>
            <a:endParaRPr lang="en-IL" sz="3600" b="1" dirty="0"/>
          </a:p>
        </p:txBody>
      </p:sp>
      <p:pic>
        <p:nvPicPr>
          <p:cNvPr id="4" name="Picture 3" descr="A diagram of a flowchart&#10;&#10;Description automatically generated">
            <a:extLst>
              <a:ext uri="{FF2B5EF4-FFF2-40B4-BE49-F238E27FC236}">
                <a16:creationId xmlns:a16="http://schemas.microsoft.com/office/drawing/2014/main" id="{E27A1F59-7962-C058-F9EE-F136EE022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988" y="1192108"/>
            <a:ext cx="11622024" cy="4800661"/>
          </a:xfrm>
          <a:prstGeom prst="rect">
            <a:avLst/>
          </a:prstGeom>
        </p:spPr>
      </p:pic>
    </p:spTree>
    <p:extLst>
      <p:ext uri="{BB962C8B-B14F-4D97-AF65-F5344CB8AC3E}">
        <p14:creationId xmlns:p14="http://schemas.microsoft.com/office/powerpoint/2010/main" val="8541218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0477901" cy="544182"/>
          </a:xfrm>
        </p:spPr>
        <p:txBody>
          <a:bodyPr>
            <a:noAutofit/>
          </a:bodyPr>
          <a:lstStyle/>
          <a:p>
            <a:r>
              <a:rPr lang="en-US" sz="3600" b="1" dirty="0"/>
              <a:t>MP2.4. Algorithm’s Flow Charts – CreateGaussianFilter </a:t>
            </a:r>
            <a:endParaRPr lang="en-IL" sz="3600" b="1" dirty="0"/>
          </a:p>
        </p:txBody>
      </p:sp>
      <p:pic>
        <p:nvPicPr>
          <p:cNvPr id="7" name="Picture 6" descr="A diagram of a diagram&#10;&#10;Description automatically generated">
            <a:extLst>
              <a:ext uri="{FF2B5EF4-FFF2-40B4-BE49-F238E27FC236}">
                <a16:creationId xmlns:a16="http://schemas.microsoft.com/office/drawing/2014/main" id="{ACFDF4A5-AA81-5D1B-6873-1B1B9A09A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15" y="1254002"/>
            <a:ext cx="11425084" cy="4349995"/>
          </a:xfrm>
          <a:prstGeom prst="rect">
            <a:avLst/>
          </a:prstGeom>
        </p:spPr>
      </p:pic>
    </p:spTree>
    <p:extLst>
      <p:ext uri="{BB962C8B-B14F-4D97-AF65-F5344CB8AC3E}">
        <p14:creationId xmlns:p14="http://schemas.microsoft.com/office/powerpoint/2010/main" val="34416395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0981608" cy="544182"/>
          </a:xfrm>
        </p:spPr>
        <p:txBody>
          <a:bodyPr>
            <a:noAutofit/>
          </a:bodyPr>
          <a:lstStyle/>
          <a:p>
            <a:r>
              <a:rPr lang="en-US" sz="3600" b="1" dirty="0"/>
              <a:t>MP2.4. Algorithm’s Flow Charts – DoFiltrationByConvolution</a:t>
            </a:r>
            <a:endParaRPr lang="en-IL" sz="3600" b="1" dirty="0"/>
          </a:p>
        </p:txBody>
      </p:sp>
      <p:pic>
        <p:nvPicPr>
          <p:cNvPr id="5" name="Picture 4" descr="A diagram of a flowchart&#10;&#10;Description automatically generated">
            <a:extLst>
              <a:ext uri="{FF2B5EF4-FFF2-40B4-BE49-F238E27FC236}">
                <a16:creationId xmlns:a16="http://schemas.microsoft.com/office/drawing/2014/main" id="{6355C9F5-E5C2-242E-F7DA-61DF0ABF4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668" y="876449"/>
            <a:ext cx="9163317" cy="5902895"/>
          </a:xfrm>
          <a:prstGeom prst="rect">
            <a:avLst/>
          </a:prstGeom>
        </p:spPr>
      </p:pic>
    </p:spTree>
    <p:extLst>
      <p:ext uri="{BB962C8B-B14F-4D97-AF65-F5344CB8AC3E}">
        <p14:creationId xmlns:p14="http://schemas.microsoft.com/office/powerpoint/2010/main" val="20885019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1394562" cy="544182"/>
          </a:xfrm>
        </p:spPr>
        <p:txBody>
          <a:bodyPr>
            <a:noAutofit/>
          </a:bodyPr>
          <a:lstStyle/>
          <a:p>
            <a:r>
              <a:rPr lang="en-US" sz="3600" b="1" dirty="0"/>
              <a:t>MP2.4. Algorithm’s Flow Charts – </a:t>
            </a:r>
            <a:r>
              <a:rPr lang="en-US" sz="3600" b="1" dirty="0" err="1"/>
              <a:t>CreateInverseGaussianFilter</a:t>
            </a:r>
            <a:r>
              <a:rPr lang="en-US" sz="3600" b="1" dirty="0"/>
              <a:t> </a:t>
            </a:r>
            <a:endParaRPr lang="en-IL" sz="3600" b="1" dirty="0"/>
          </a:p>
        </p:txBody>
      </p:sp>
      <p:pic>
        <p:nvPicPr>
          <p:cNvPr id="5" name="Picture 4" descr="A diagram of a flowchart&#10;&#10;Description automatically generated">
            <a:extLst>
              <a:ext uri="{FF2B5EF4-FFF2-40B4-BE49-F238E27FC236}">
                <a16:creationId xmlns:a16="http://schemas.microsoft.com/office/drawing/2014/main" id="{4013B9CC-58DF-2FEE-1B9E-F6B9930446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15" y="1209280"/>
            <a:ext cx="11394562" cy="4439440"/>
          </a:xfrm>
          <a:prstGeom prst="rect">
            <a:avLst/>
          </a:prstGeom>
        </p:spPr>
      </p:pic>
    </p:spTree>
    <p:extLst>
      <p:ext uri="{BB962C8B-B14F-4D97-AF65-F5344CB8AC3E}">
        <p14:creationId xmlns:p14="http://schemas.microsoft.com/office/powerpoint/2010/main" val="19336714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0477901" cy="544182"/>
          </a:xfrm>
        </p:spPr>
        <p:txBody>
          <a:bodyPr>
            <a:noAutofit/>
          </a:bodyPr>
          <a:lstStyle/>
          <a:p>
            <a:r>
              <a:rPr lang="en-US" sz="3600" b="1" dirty="0"/>
              <a:t>MP2.4. Algorithm’s Flow Charts – </a:t>
            </a:r>
            <a:r>
              <a:rPr lang="en-US" sz="3600" b="1" dirty="0" err="1"/>
              <a:t>ApplyFFT</a:t>
            </a:r>
            <a:endParaRPr lang="en-IL" sz="3600" b="1" dirty="0"/>
          </a:p>
        </p:txBody>
      </p:sp>
      <p:pic>
        <p:nvPicPr>
          <p:cNvPr id="4" name="Picture 3" descr="A diagram of a diagram&#10;&#10;Description automatically generated with medium confidence">
            <a:extLst>
              <a:ext uri="{FF2B5EF4-FFF2-40B4-BE49-F238E27FC236}">
                <a16:creationId xmlns:a16="http://schemas.microsoft.com/office/drawing/2014/main" id="{FB9D4D47-1BC7-6981-D421-9CAF36DCC1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935" y="1062564"/>
            <a:ext cx="11012129" cy="5388914"/>
          </a:xfrm>
          <a:prstGeom prst="rect">
            <a:avLst/>
          </a:prstGeom>
        </p:spPr>
      </p:pic>
    </p:spTree>
    <p:extLst>
      <p:ext uri="{BB962C8B-B14F-4D97-AF65-F5344CB8AC3E}">
        <p14:creationId xmlns:p14="http://schemas.microsoft.com/office/powerpoint/2010/main" val="10568395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117987" y="266702"/>
            <a:ext cx="7531510" cy="962330"/>
          </a:xfrm>
        </p:spPr>
        <p:txBody>
          <a:bodyPr>
            <a:noAutofit/>
          </a:bodyPr>
          <a:lstStyle/>
          <a:p>
            <a:r>
              <a:rPr lang="en-US" sz="3600" b="1" dirty="0"/>
              <a:t>MP2.4. Algorithm’s Flow Charts – </a:t>
            </a:r>
            <a:r>
              <a:rPr lang="en-US" sz="3600" b="1" dirty="0" err="1"/>
              <a:t>ApplyFastGaussianFilterConvolution</a:t>
            </a:r>
            <a:endParaRPr lang="en-IL" sz="3600" b="1" dirty="0"/>
          </a:p>
        </p:txBody>
      </p:sp>
      <p:pic>
        <p:nvPicPr>
          <p:cNvPr id="8" name="Picture 7" descr="A diagram of a diagram&#10;&#10;Description automatically generated">
            <a:extLst>
              <a:ext uri="{FF2B5EF4-FFF2-40B4-BE49-F238E27FC236}">
                <a16:creationId xmlns:a16="http://schemas.microsoft.com/office/drawing/2014/main" id="{5EF373F6-90D7-0902-FDD9-86F78DBDF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470" y="1418120"/>
            <a:ext cx="11336594" cy="5004985"/>
          </a:xfrm>
          <a:prstGeom prst="rect">
            <a:avLst/>
          </a:prstGeom>
        </p:spPr>
      </p:pic>
    </p:spTree>
    <p:extLst>
      <p:ext uri="{BB962C8B-B14F-4D97-AF65-F5344CB8AC3E}">
        <p14:creationId xmlns:p14="http://schemas.microsoft.com/office/powerpoint/2010/main" val="23552714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1355233" cy="544182"/>
          </a:xfrm>
        </p:spPr>
        <p:txBody>
          <a:bodyPr>
            <a:noAutofit/>
          </a:bodyPr>
          <a:lstStyle/>
          <a:p>
            <a:r>
              <a:rPr lang="en-US" sz="3600" b="1" dirty="0"/>
              <a:t>MP2.4. Algorithm’s Flow Charts – </a:t>
            </a:r>
            <a:r>
              <a:rPr lang="en-US" sz="3600" b="1" dirty="0" err="1"/>
              <a:t>ApplyHPFToBlurredImages</a:t>
            </a:r>
            <a:endParaRPr lang="en-IL" sz="3600" b="1" dirty="0"/>
          </a:p>
        </p:txBody>
      </p:sp>
      <p:pic>
        <p:nvPicPr>
          <p:cNvPr id="4" name="Picture 3" descr="A diagram with text and images&#10;&#10;Description automatically generated with medium confidence">
            <a:extLst>
              <a:ext uri="{FF2B5EF4-FFF2-40B4-BE49-F238E27FC236}">
                <a16:creationId xmlns:a16="http://schemas.microsoft.com/office/drawing/2014/main" id="{1D404E14-7CC8-8D03-68F8-3E00C5E0FD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06" y="919284"/>
            <a:ext cx="11533239" cy="5427780"/>
          </a:xfrm>
          <a:prstGeom prst="rect">
            <a:avLst/>
          </a:prstGeom>
        </p:spPr>
      </p:pic>
    </p:spTree>
    <p:extLst>
      <p:ext uri="{BB962C8B-B14F-4D97-AF65-F5344CB8AC3E}">
        <p14:creationId xmlns:p14="http://schemas.microsoft.com/office/powerpoint/2010/main" val="3467182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1188085" cy="544182"/>
          </a:xfrm>
        </p:spPr>
        <p:txBody>
          <a:bodyPr>
            <a:noAutofit/>
          </a:bodyPr>
          <a:lstStyle/>
          <a:p>
            <a:r>
              <a:rPr lang="en-US" sz="3600" b="1" dirty="0"/>
              <a:t>MP2.4. Algorithm’s Flow Charts – </a:t>
            </a:r>
            <a:r>
              <a:rPr lang="en-US" sz="3600" b="1" dirty="0" err="1"/>
              <a:t>ApplyFFTToBlurredImages</a:t>
            </a:r>
            <a:endParaRPr lang="en-IL" sz="3600" b="1" dirty="0"/>
          </a:p>
        </p:txBody>
      </p:sp>
      <p:pic>
        <p:nvPicPr>
          <p:cNvPr id="4" name="Picture 3" descr="A diagram of a diagram&#10;&#10;Description automatically generated with medium confidence">
            <a:extLst>
              <a:ext uri="{FF2B5EF4-FFF2-40B4-BE49-F238E27FC236}">
                <a16:creationId xmlns:a16="http://schemas.microsoft.com/office/drawing/2014/main" id="{0BBD5EE0-9B00-5841-D2E1-D27BD68C0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957" y="1051118"/>
            <a:ext cx="11188085" cy="4598079"/>
          </a:xfrm>
          <a:prstGeom prst="rect">
            <a:avLst/>
          </a:prstGeom>
        </p:spPr>
      </p:pic>
    </p:spTree>
    <p:extLst>
      <p:ext uri="{BB962C8B-B14F-4D97-AF65-F5344CB8AC3E}">
        <p14:creationId xmlns:p14="http://schemas.microsoft.com/office/powerpoint/2010/main" val="5558839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61F-1FDB-A37D-6AB2-C607587DB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DD75E-1F26-51B5-6C21-248EBAA97F91}"/>
              </a:ext>
            </a:extLst>
          </p:cNvPr>
          <p:cNvSpPr>
            <a:spLocks noGrp="1"/>
          </p:cNvSpPr>
          <p:nvPr>
            <p:ph type="title"/>
          </p:nvPr>
        </p:nvSpPr>
        <p:spPr>
          <a:xfrm>
            <a:off x="394315" y="266702"/>
            <a:ext cx="10477901" cy="544182"/>
          </a:xfrm>
        </p:spPr>
        <p:txBody>
          <a:bodyPr>
            <a:noAutofit/>
          </a:bodyPr>
          <a:lstStyle/>
          <a:p>
            <a:r>
              <a:rPr lang="en-US" sz="3600" b="1" dirty="0"/>
              <a:t>MP2.4. Algorithm’s Flow Charts – </a:t>
            </a:r>
            <a:r>
              <a:rPr lang="en-US" sz="3600" b="1" dirty="0" err="1"/>
              <a:t>ApplyFFTAndSave</a:t>
            </a:r>
            <a:endParaRPr lang="en-IL" sz="3600" b="1" dirty="0"/>
          </a:p>
        </p:txBody>
      </p:sp>
      <p:pic>
        <p:nvPicPr>
          <p:cNvPr id="4" name="Picture 3" descr="A diagram of a computer&#10;&#10;Description automatically generated">
            <a:extLst>
              <a:ext uri="{FF2B5EF4-FFF2-40B4-BE49-F238E27FC236}">
                <a16:creationId xmlns:a16="http://schemas.microsoft.com/office/drawing/2014/main" id="{B9FAE3B6-5590-BE5F-263D-D5CB89D49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266" y="973394"/>
            <a:ext cx="8751359" cy="5103176"/>
          </a:xfrm>
          <a:prstGeom prst="rect">
            <a:avLst/>
          </a:prstGeom>
        </p:spPr>
      </p:pic>
    </p:spTree>
    <p:extLst>
      <p:ext uri="{BB962C8B-B14F-4D97-AF65-F5344CB8AC3E}">
        <p14:creationId xmlns:p14="http://schemas.microsoft.com/office/powerpoint/2010/main" val="25557224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5DC20-74DD-54A7-B8BF-261C0BA50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23276-4811-CF9E-FAEF-10EABDA1A031}"/>
              </a:ext>
            </a:extLst>
          </p:cNvPr>
          <p:cNvSpPr>
            <a:spLocks noGrp="1"/>
          </p:cNvSpPr>
          <p:nvPr>
            <p:ph type="title"/>
          </p:nvPr>
        </p:nvSpPr>
        <p:spPr>
          <a:xfrm>
            <a:off x="394315" y="266702"/>
            <a:ext cx="8956719" cy="544182"/>
          </a:xfrm>
        </p:spPr>
        <p:txBody>
          <a:bodyPr>
            <a:noAutofit/>
          </a:bodyPr>
          <a:lstStyle/>
          <a:p>
            <a:r>
              <a:rPr lang="en-US" sz="3600" b="1" dirty="0"/>
              <a:t>MP2.5. What Did We Learn </a:t>
            </a:r>
            <a:endParaRPr lang="en-IL" sz="3600" b="1" dirty="0"/>
          </a:p>
        </p:txBody>
      </p:sp>
      <p:sp>
        <p:nvSpPr>
          <p:cNvPr id="23" name="Content Placeholder 9">
            <a:extLst>
              <a:ext uri="{FF2B5EF4-FFF2-40B4-BE49-F238E27FC236}">
                <a16:creationId xmlns:a16="http://schemas.microsoft.com/office/drawing/2014/main" id="{4AE193A5-0F30-029C-E185-1878ED679587}"/>
              </a:ext>
            </a:extLst>
          </p:cNvPr>
          <p:cNvSpPr txBox="1">
            <a:spLocks/>
          </p:cNvSpPr>
          <p:nvPr/>
        </p:nvSpPr>
        <p:spPr>
          <a:xfrm>
            <a:off x="698739" y="1222478"/>
            <a:ext cx="8353821" cy="345010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How to design different filters to smoothen an image.</a:t>
            </a:r>
          </a:p>
          <a:p>
            <a:r>
              <a:rPr lang="en-US" sz="1800" dirty="0"/>
              <a:t>How to work in spatial domain and frequency domain.</a:t>
            </a:r>
          </a:p>
          <a:p>
            <a:r>
              <a:rPr lang="en-US" sz="1800" dirty="0"/>
              <a:t>Usage convolution filters.</a:t>
            </a:r>
          </a:p>
          <a:p>
            <a:r>
              <a:rPr lang="en-US" sz="1800" dirty="0"/>
              <a:t>Usage of FFT and it’s filters.</a:t>
            </a:r>
          </a:p>
          <a:p>
            <a:r>
              <a:rPr lang="en-US" sz="1800" dirty="0"/>
              <a:t>How to use the FFT library.</a:t>
            </a:r>
          </a:p>
          <a:p>
            <a:r>
              <a:rPr lang="en-US" sz="1800" dirty="0"/>
              <a:t>How to create different filters to sharpen an image using HPF by convolution.</a:t>
            </a:r>
          </a:p>
          <a:p>
            <a:r>
              <a:rPr lang="en-US" sz="1800" dirty="0"/>
              <a:t>How to restore the sharpness of blurry images using HPF by FFT.</a:t>
            </a:r>
          </a:p>
          <a:p>
            <a:r>
              <a:rPr lang="en-US" sz="1800" dirty="0"/>
              <a:t>Each image might require a different HPF to achieve the best results in sharpening/restoring it.</a:t>
            </a:r>
          </a:p>
          <a:p>
            <a:endParaRPr lang="en-US" sz="1800" dirty="0"/>
          </a:p>
        </p:txBody>
      </p:sp>
    </p:spTree>
    <p:extLst>
      <p:ext uri="{BB962C8B-B14F-4D97-AF65-F5344CB8AC3E}">
        <p14:creationId xmlns:p14="http://schemas.microsoft.com/office/powerpoint/2010/main" val="31721077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90B1E622-F11C-34F0-DAAB-757E93B858D8}"/>
              </a:ext>
            </a:extLst>
          </p:cNvPr>
          <p:cNvSpPr txBox="1">
            <a:spLocks/>
          </p:cNvSpPr>
          <p:nvPr/>
        </p:nvSpPr>
        <p:spPr>
          <a:xfrm>
            <a:off x="288764" y="1194258"/>
            <a:ext cx="11022364" cy="2426766"/>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R. Fisher, S. Perkins, A. Walker and E. </a:t>
            </a:r>
            <a:r>
              <a:rPr lang="en-US" sz="1600" dirty="0" err="1"/>
              <a:t>Wolfart</a:t>
            </a:r>
            <a:r>
              <a:rPr lang="en-US" sz="1600" dirty="0"/>
              <a:t>. (2003). Gaussian Smoothing.</a:t>
            </a:r>
            <a:br>
              <a:rPr lang="en-US" sz="1600" dirty="0"/>
            </a:br>
            <a:r>
              <a:rPr lang="en-US" sz="1600" dirty="0"/>
              <a:t>(accessed: 19.04.2024) </a:t>
            </a:r>
            <a:r>
              <a:rPr lang="en-US" sz="1600" dirty="0">
                <a:hlinkClick r:id="rId2">
                  <a:extLst>
                    <a:ext uri="{A12FA001-AC4F-418D-AE19-62706E023703}">
                      <ahyp:hlinkClr xmlns:ahyp="http://schemas.microsoft.com/office/drawing/2018/hyperlinkcolor" val="tx"/>
                    </a:ext>
                  </a:extLst>
                </a:hlinkClick>
              </a:rPr>
              <a:t>https://homepages.inf.ed.ac.uk/rbf/HIPR2/gsmooth.htm</a:t>
            </a:r>
            <a:endParaRPr lang="en-US" sz="1600" dirty="0"/>
          </a:p>
          <a:p>
            <a:pPr marL="342900" indent="-342900">
              <a:buFont typeface="+mj-lt"/>
              <a:buAutoNum type="arabicPeriod"/>
            </a:pPr>
            <a:r>
              <a:rPr lang="en-US" sz="1600" dirty="0" err="1"/>
              <a:t>Weinhaus</a:t>
            </a:r>
            <a:r>
              <a:rPr lang="en-US" sz="1600" dirty="0"/>
              <a:t> ,F. Digital Image Filtering.</a:t>
            </a:r>
            <a:br>
              <a:rPr lang="en-US" sz="1600" dirty="0"/>
            </a:br>
            <a:r>
              <a:rPr lang="en-US" sz="1600" dirty="0"/>
              <a:t>(accessed: 19.04.2024) </a:t>
            </a:r>
            <a:r>
              <a:rPr lang="en-US" sz="1600" dirty="0">
                <a:hlinkClick r:id="rId3">
                  <a:extLst>
                    <a:ext uri="{A12FA001-AC4F-418D-AE19-62706E023703}">
                      <ahyp:hlinkClr xmlns:ahyp="http://schemas.microsoft.com/office/drawing/2018/hyperlinkcolor" val="tx"/>
                    </a:ext>
                  </a:extLst>
                </a:hlinkClick>
              </a:rPr>
              <a:t>http://www.fmwconcepts.com/imagemagick/digital_image_filtering.pdf</a:t>
            </a:r>
            <a:endParaRPr lang="en-US" sz="1600" dirty="0"/>
          </a:p>
          <a:p>
            <a:pPr marL="342900" indent="-342900">
              <a:buFont typeface="+mj-lt"/>
              <a:buAutoNum type="arabicPeriod"/>
            </a:pPr>
            <a:r>
              <a:rPr lang="en-US" sz="1600" dirty="0"/>
              <a:t>Dr. Kosolapov, S. Lectures 08 Filtration by Convolution, 09 FFT Part 1, 10 FFT Part 2</a:t>
            </a:r>
            <a:br>
              <a:rPr lang="en-US" sz="1600" dirty="0"/>
            </a:br>
            <a:r>
              <a:rPr lang="en-US" sz="1600" dirty="0"/>
              <a:t>(accessed: 16.04.2024) </a:t>
            </a:r>
            <a:r>
              <a:rPr lang="en-US" sz="1600" dirty="0">
                <a:hlinkClick r:id="rId4">
                  <a:extLst>
                    <a:ext uri="{A12FA001-AC4F-418D-AE19-62706E023703}">
                      <ahyp:hlinkClr xmlns:ahyp="http://schemas.microsoft.com/office/drawing/2018/hyperlinkcolor" val="tx"/>
                    </a:ext>
                  </a:extLst>
                </a:hlinkClick>
              </a:rPr>
              <a:t>https://sites.google.com/view/improc31651</a:t>
            </a:r>
            <a:endParaRPr lang="en-US" sz="1600" dirty="0"/>
          </a:p>
          <a:p>
            <a:pPr marL="342900" indent="-342900">
              <a:buFont typeface="+mj-lt"/>
              <a:buAutoNum type="arabicPeriod"/>
            </a:pPr>
            <a:r>
              <a:rPr lang="en-US" sz="1600" dirty="0" err="1"/>
              <a:t>Graus</a:t>
            </a:r>
            <a:r>
              <a:rPr lang="en-US" sz="1600" dirty="0"/>
              <a:t>, C. (2005). Image Processing for Dummies with C# and GDI+ Part 2 - Convolution Filters</a:t>
            </a:r>
            <a:br>
              <a:rPr lang="en-US" sz="1600" dirty="0"/>
            </a:br>
            <a:r>
              <a:rPr lang="en-US" sz="1600" dirty="0"/>
              <a:t>(accessed: 21.04.2024) </a:t>
            </a:r>
            <a:r>
              <a:rPr lang="en-US" sz="1600" dirty="0">
                <a:hlinkClick r:id="rId5">
                  <a:extLst>
                    <a:ext uri="{A12FA001-AC4F-418D-AE19-62706E023703}">
                      <ahyp:hlinkClr xmlns:ahyp="http://schemas.microsoft.com/office/drawing/2018/hyperlinkcolor" val="tx"/>
                    </a:ext>
                  </a:extLst>
                </a:hlinkClick>
              </a:rPr>
              <a:t>https://www.codeproject.com/Articles/2008/Image-Processing-for-Dummies-with-C-and-GDI-Part-2</a:t>
            </a:r>
            <a:endParaRPr lang="en-US" sz="1600" dirty="0"/>
          </a:p>
        </p:txBody>
      </p:sp>
      <p:sp>
        <p:nvSpPr>
          <p:cNvPr id="24" name="Title 1">
            <a:extLst>
              <a:ext uri="{FF2B5EF4-FFF2-40B4-BE49-F238E27FC236}">
                <a16:creationId xmlns:a16="http://schemas.microsoft.com/office/drawing/2014/main" id="{1BF1101D-9F10-A4CE-EAC8-86CF512AA4A1}"/>
              </a:ext>
            </a:extLst>
          </p:cNvPr>
          <p:cNvSpPr>
            <a:spLocks noGrp="1"/>
          </p:cNvSpPr>
          <p:nvPr>
            <p:ph type="title"/>
          </p:nvPr>
        </p:nvSpPr>
        <p:spPr>
          <a:xfrm>
            <a:off x="211126" y="296114"/>
            <a:ext cx="6921194" cy="587375"/>
          </a:xfrm>
        </p:spPr>
        <p:txBody>
          <a:bodyPr vert="horz" lIns="91440" tIns="45720" rIns="91440" bIns="45720" rtlCol="0" anchor="ctr">
            <a:noAutofit/>
          </a:bodyPr>
          <a:lstStyle/>
          <a:p>
            <a:r>
              <a:rPr lang="en-US" sz="3600" b="1" dirty="0"/>
              <a:t>MP2.6. List of Sources - Bibliography</a:t>
            </a:r>
            <a:endParaRPr lang="en-IL" sz="3600" b="1" dirty="0"/>
          </a:p>
        </p:txBody>
      </p:sp>
    </p:spTree>
    <p:extLst>
      <p:ext uri="{BB962C8B-B14F-4D97-AF65-F5344CB8AC3E}">
        <p14:creationId xmlns:p14="http://schemas.microsoft.com/office/powerpoint/2010/main" val="2486759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12261</TotalTime>
  <Words>7336</Words>
  <Application>Microsoft Office PowerPoint</Application>
  <PresentationFormat>Widescreen</PresentationFormat>
  <Paragraphs>509</Paragraphs>
  <Slides>63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Calibri Light</vt:lpstr>
      <vt:lpstr>Cambria Math</vt:lpstr>
      <vt:lpstr>Office Theme</vt:lpstr>
      <vt:lpstr>Course: Image Processing 31651 Micro Project 2 Usage Of Filtration</vt:lpstr>
      <vt:lpstr>MP2. Abstract</vt:lpstr>
      <vt:lpstr>MP2- List Of Items To Be Discussed</vt:lpstr>
      <vt:lpstr>MP2.11. Introduction – Filtration By Convolution</vt:lpstr>
      <vt:lpstr>MP2.11. Introduction – Fast Fourier Transform (FFT)</vt:lpstr>
      <vt:lpstr>MP2.11. VGA BMP Image Creation – Tim1.bmp </vt:lpstr>
      <vt:lpstr>MP2.12. Blur Image By Using Fast Gaussian Filters and Convolution</vt:lpstr>
      <vt:lpstr>MP2.12. Blur Image By Using Fast Gaussian Filters and Convolution</vt:lpstr>
      <vt:lpstr>MP2.12. Blur Image By Using Fast Gaussian Filters and Convolution</vt:lpstr>
      <vt:lpstr>MP2.12. Blur Image By Using Fast Gaussian Filters and Convolution</vt:lpstr>
      <vt:lpstr>MP2.12. Blur Image By Using Fast Gaussian Filters and Convolution</vt:lpstr>
      <vt:lpstr>MP2.12. Blur Image By Using Fast Gaussian Filters and Convolution</vt:lpstr>
      <vt:lpstr>MP2.13. Blur Image By Using FD Gaussian Filter and FFT</vt:lpstr>
      <vt:lpstr>MP2.13. Blur Image By Using FD Gaussian Filter and FFT</vt:lpstr>
      <vt:lpstr>MP2.13. Blur Image By Using FD Gaussian Filter and FFT</vt:lpstr>
      <vt:lpstr>MP2.14. Restore Blurred Images – Convolution</vt:lpstr>
      <vt:lpstr>MP2.14. Restore Blurred Images – Convolution – HPF1c</vt:lpstr>
      <vt:lpstr>MP2.14. Restore Blurred Images – Convolution – HPF2c</vt:lpstr>
      <vt:lpstr>MP2.14. Restore Blurred Images – Convolution</vt:lpstr>
      <vt:lpstr>MP2.14. Restore Blurred Images – Convolution</vt:lpstr>
      <vt:lpstr>MP2.15. Restore Blurred Images – FFT</vt:lpstr>
      <vt:lpstr>MP2.16. Restore Blurred Images – Results</vt:lpstr>
      <vt:lpstr>MP2.16. Restore Blurred Images – Results – HPF1c</vt:lpstr>
      <vt:lpstr>MP2.16. Restore Blurred Images – Results – HPF1c</vt:lpstr>
      <vt:lpstr>MP2.16. Restore Blurred Images – Results – HPF1c</vt:lpstr>
      <vt:lpstr>MP2.16. Restore Blurred Images – Results – HPF2c</vt:lpstr>
      <vt:lpstr>MP2.16. Restore Blurred Images – Results – HPF2c</vt:lpstr>
      <vt:lpstr>MP2.16. Restore Blurred Images – Results – HPF2c</vt:lpstr>
      <vt:lpstr>MP2.16. Restore Blurred Images – Results – HPFf</vt:lpstr>
      <vt:lpstr>MP2.16. Restore Blurred Images – Results – HPFf</vt:lpstr>
      <vt:lpstr>MP2.16. Restore Blurred Images – Results – HPFf</vt:lpstr>
      <vt:lpstr>MP2.16. Restore Blurred Images – Discussion</vt:lpstr>
      <vt:lpstr>MP2.21. TV Test BMP Image – Tim2.bmp</vt:lpstr>
      <vt:lpstr>MP2.22. Blur Image By Using Fast Gaussian Filters and Convolution</vt:lpstr>
      <vt:lpstr>MP2.22. Blur Image By Using Fast Gaussian Filters and Convolution</vt:lpstr>
      <vt:lpstr>MP2.22. Blur Image By Using Fast Gaussian Filters and Convolution</vt:lpstr>
      <vt:lpstr>MP2.23. Blur Image By Using FD Gaussian Filter and FFT</vt:lpstr>
      <vt:lpstr>MP2.23. Blur Image By Using FD Gaussian Filter and FFT</vt:lpstr>
      <vt:lpstr>MP2.24. Restore Blurred Images – Convolution – HPF</vt:lpstr>
      <vt:lpstr>MP2.25. Restore Blurred Images – FFT</vt:lpstr>
      <vt:lpstr>MP2.26. Restore Blurred Images – Results</vt:lpstr>
      <vt:lpstr>MP2.26. Restore Blurred Images – Results – HPF1c</vt:lpstr>
      <vt:lpstr>MP2.26. Restore Blurred Images – Results – HPF1c</vt:lpstr>
      <vt:lpstr>MP2.26. Restore Blurred Images – Results – HPF1c</vt:lpstr>
      <vt:lpstr>MP2.26. Restore Blurred Images – Results – HPF2c</vt:lpstr>
      <vt:lpstr>MP2.26. Restore Blurred Images – Results – HPF2c</vt:lpstr>
      <vt:lpstr>MP2.26. Restore Blurred Images – Results – HPF2c</vt:lpstr>
      <vt:lpstr>MP2.26. Restore Blurred Images – Results – HPFf</vt:lpstr>
      <vt:lpstr>MP2.26. Restore Blurred Images – Results – HPFf</vt:lpstr>
      <vt:lpstr>MP2.26. Restore Blurred Images – Results – HPFf</vt:lpstr>
      <vt:lpstr>MP2.26. Restore Blurred Images – Discussion</vt:lpstr>
      <vt:lpstr>MP2.3. Main Code</vt:lpstr>
      <vt:lpstr>MP2.4. Algorithm’s Flow Charts – DoGaussianFiltration</vt:lpstr>
      <vt:lpstr>MP2.4. Algorithm’s Flow Charts – CreateGaussianFilter </vt:lpstr>
      <vt:lpstr>MP2.4. Algorithm’s Flow Charts – DoFiltrationByConvolution</vt:lpstr>
      <vt:lpstr>MP2.4. Algorithm’s Flow Charts – CreateInverseGaussianFilter </vt:lpstr>
      <vt:lpstr>MP2.4. Algorithm’s Flow Charts – ApplyFFT</vt:lpstr>
      <vt:lpstr>MP2.4. Algorithm’s Flow Charts – ApplyFastGaussianFilterConvolution</vt:lpstr>
      <vt:lpstr>MP2.4. Algorithm’s Flow Charts – ApplyHPFToBlurredImages</vt:lpstr>
      <vt:lpstr>MP2.4. Algorithm’s Flow Charts – ApplyFFTToBlurredImages</vt:lpstr>
      <vt:lpstr>MP2.4. Algorithm’s Flow Charts – ApplyFFTAndSave</vt:lpstr>
      <vt:lpstr>MP2.5. What Did We Learn </vt:lpstr>
      <vt:lpstr>MP2.6. List of Sources - 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ניב קופולוביץ</dc:creator>
  <cp:lastModifiedBy>ניב קופולוביץ</cp:lastModifiedBy>
  <cp:revision>71</cp:revision>
  <dcterms:created xsi:type="dcterms:W3CDTF">2022-11-08T15:38:19Z</dcterms:created>
  <dcterms:modified xsi:type="dcterms:W3CDTF">2024-04-26T13:47:59Z</dcterms:modified>
</cp:coreProperties>
</file>